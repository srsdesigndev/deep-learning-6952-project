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3"/>
  </p:notesMasterIdLst>
  <p:sldIdLst>
    <p:sldId id="260" r:id="rId2"/>
  </p:sldIdLst>
  <p:sldSz cx="32918400" cy="21945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E0E2C"/>
    <a:srgbClr val="FFC629"/>
    <a:srgbClr val="F6D44D"/>
    <a:srgbClr val="F6D44C"/>
    <a:srgbClr val="CE0E2D"/>
    <a:srgbClr val="E51936"/>
    <a:srgbClr val="E21C37"/>
    <a:srgbClr val="FBE7AB"/>
    <a:srgbClr val="CE202F"/>
    <a:srgbClr val="B3975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515"/>
    <p:restoredTop sz="96759"/>
  </p:normalViewPr>
  <p:slideViewPr>
    <p:cSldViewPr snapToGrid="0">
      <p:cViewPr>
        <p:scale>
          <a:sx n="52" d="100"/>
          <a:sy n="52" d="100"/>
        </p:scale>
        <p:origin x="320" y="48"/>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192B04-4290-4346-952A-2F6173AE7AFD}" type="datetimeFigureOut">
              <a:rPr lang="en-US" smtClean="0"/>
              <a:t>4/12/26</a:t>
            </a:fld>
            <a:endParaRPr lang="en-US"/>
          </a:p>
        </p:txBody>
      </p:sp>
      <p:sp>
        <p:nvSpPr>
          <p:cNvPr id="4" name="Slide Image Placeholder 3"/>
          <p:cNvSpPr>
            <a:spLocks noGrp="1" noRot="1" noChangeAspect="1"/>
          </p:cNvSpPr>
          <p:nvPr>
            <p:ph type="sldImg" idx="2"/>
          </p:nvPr>
        </p:nvSpPr>
        <p:spPr>
          <a:xfrm>
            <a:off x="1114425" y="1143000"/>
            <a:ext cx="462915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1B33AC-30C9-1747-B2DC-2A6F310780FB}" type="slidenum">
              <a:rPr lang="en-US" smtClean="0"/>
              <a:t>‹#›</a:t>
            </a:fld>
            <a:endParaRPr lang="en-US"/>
          </a:p>
        </p:txBody>
      </p:sp>
    </p:spTree>
    <p:extLst>
      <p:ext uri="{BB962C8B-B14F-4D97-AF65-F5344CB8AC3E}">
        <p14:creationId xmlns:p14="http://schemas.microsoft.com/office/powerpoint/2010/main" val="440820358"/>
      </p:ext>
    </p:extLst>
  </p:cSld>
  <p:clrMap bg1="lt1" tx1="dk1" bg2="lt2" tx2="dk2" accent1="accent1" accent2="accent2" accent3="accent3" accent4="accent4" accent5="accent5" accent6="accent6" hlink="hlink" folHlink="folHlink"/>
  <p:notesStyle>
    <a:lvl1pPr marL="0" algn="l" defTabSz="2813517" rtl="0" eaLnBrk="1" latinLnBrk="0" hangingPunct="1">
      <a:defRPr sz="3692" kern="1200">
        <a:solidFill>
          <a:schemeClr val="tx1"/>
        </a:solidFill>
        <a:latin typeface="+mn-lt"/>
        <a:ea typeface="+mn-ea"/>
        <a:cs typeface="+mn-cs"/>
      </a:defRPr>
    </a:lvl1pPr>
    <a:lvl2pPr marL="1406759" algn="l" defTabSz="2813517" rtl="0" eaLnBrk="1" latinLnBrk="0" hangingPunct="1">
      <a:defRPr sz="3692" kern="1200">
        <a:solidFill>
          <a:schemeClr val="tx1"/>
        </a:solidFill>
        <a:latin typeface="+mn-lt"/>
        <a:ea typeface="+mn-ea"/>
        <a:cs typeface="+mn-cs"/>
      </a:defRPr>
    </a:lvl2pPr>
    <a:lvl3pPr marL="2813517" algn="l" defTabSz="2813517" rtl="0" eaLnBrk="1" latinLnBrk="0" hangingPunct="1">
      <a:defRPr sz="3692" kern="1200">
        <a:solidFill>
          <a:schemeClr val="tx1"/>
        </a:solidFill>
        <a:latin typeface="+mn-lt"/>
        <a:ea typeface="+mn-ea"/>
        <a:cs typeface="+mn-cs"/>
      </a:defRPr>
    </a:lvl3pPr>
    <a:lvl4pPr marL="4220276" algn="l" defTabSz="2813517" rtl="0" eaLnBrk="1" latinLnBrk="0" hangingPunct="1">
      <a:defRPr sz="3692" kern="1200">
        <a:solidFill>
          <a:schemeClr val="tx1"/>
        </a:solidFill>
        <a:latin typeface="+mn-lt"/>
        <a:ea typeface="+mn-ea"/>
        <a:cs typeface="+mn-cs"/>
      </a:defRPr>
    </a:lvl4pPr>
    <a:lvl5pPr marL="5627035" algn="l" defTabSz="2813517" rtl="0" eaLnBrk="1" latinLnBrk="0" hangingPunct="1">
      <a:defRPr sz="3692" kern="1200">
        <a:solidFill>
          <a:schemeClr val="tx1"/>
        </a:solidFill>
        <a:latin typeface="+mn-lt"/>
        <a:ea typeface="+mn-ea"/>
        <a:cs typeface="+mn-cs"/>
      </a:defRPr>
    </a:lvl5pPr>
    <a:lvl6pPr marL="7033793" algn="l" defTabSz="2813517" rtl="0" eaLnBrk="1" latinLnBrk="0" hangingPunct="1">
      <a:defRPr sz="3692" kern="1200">
        <a:solidFill>
          <a:schemeClr val="tx1"/>
        </a:solidFill>
        <a:latin typeface="+mn-lt"/>
        <a:ea typeface="+mn-ea"/>
        <a:cs typeface="+mn-cs"/>
      </a:defRPr>
    </a:lvl6pPr>
    <a:lvl7pPr marL="8440552" algn="l" defTabSz="2813517" rtl="0" eaLnBrk="1" latinLnBrk="0" hangingPunct="1">
      <a:defRPr sz="3692" kern="1200">
        <a:solidFill>
          <a:schemeClr val="tx1"/>
        </a:solidFill>
        <a:latin typeface="+mn-lt"/>
        <a:ea typeface="+mn-ea"/>
        <a:cs typeface="+mn-cs"/>
      </a:defRPr>
    </a:lvl7pPr>
    <a:lvl8pPr marL="9847311" algn="l" defTabSz="2813517" rtl="0" eaLnBrk="1" latinLnBrk="0" hangingPunct="1">
      <a:defRPr sz="3692" kern="1200">
        <a:solidFill>
          <a:schemeClr val="tx1"/>
        </a:solidFill>
        <a:latin typeface="+mn-lt"/>
        <a:ea typeface="+mn-ea"/>
        <a:cs typeface="+mn-cs"/>
      </a:defRPr>
    </a:lvl8pPr>
    <a:lvl9pPr marL="11254069" algn="l" defTabSz="2813517" rtl="0" eaLnBrk="1" latinLnBrk="0" hangingPunct="1">
      <a:defRPr sz="3692"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834CA-CB37-1566-A2BD-FC0DFF8E8C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9E3C8C-5242-EDB5-36FB-D023DCDFE514}"/>
              </a:ext>
            </a:extLst>
          </p:cNvPr>
          <p:cNvSpPr>
            <a:spLocks noGrp="1" noRot="1" noChangeAspect="1"/>
          </p:cNvSpPr>
          <p:nvPr>
            <p:ph type="sldImg"/>
          </p:nvPr>
        </p:nvSpPr>
        <p:spPr>
          <a:xfrm>
            <a:off x="1114425" y="1143000"/>
            <a:ext cx="4629150" cy="3086100"/>
          </a:xfrm>
        </p:spPr>
      </p:sp>
      <p:sp>
        <p:nvSpPr>
          <p:cNvPr id="3" name="Notes Placeholder 2">
            <a:extLst>
              <a:ext uri="{FF2B5EF4-FFF2-40B4-BE49-F238E27FC236}">
                <a16:creationId xmlns:a16="http://schemas.microsoft.com/office/drawing/2014/main" id="{1087372B-E6FB-2A31-0229-EE708FA9DE3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20F4081-EE30-38A0-16C2-ADAEE97A7DD0}"/>
              </a:ext>
            </a:extLst>
          </p:cNvPr>
          <p:cNvSpPr>
            <a:spLocks noGrp="1"/>
          </p:cNvSpPr>
          <p:nvPr>
            <p:ph type="sldNum" sz="quarter" idx="5"/>
          </p:nvPr>
        </p:nvSpPr>
        <p:spPr/>
        <p:txBody>
          <a:bodyPr/>
          <a:lstStyle/>
          <a:p>
            <a:fld id="{0C1B33AC-30C9-1747-B2DC-2A6F310780FB}" type="slidenum">
              <a:rPr lang="en-US" smtClean="0"/>
              <a:t>1</a:t>
            </a:fld>
            <a:endParaRPr lang="en-US"/>
          </a:p>
        </p:txBody>
      </p:sp>
    </p:spTree>
    <p:extLst>
      <p:ext uri="{BB962C8B-B14F-4D97-AF65-F5344CB8AC3E}">
        <p14:creationId xmlns:p14="http://schemas.microsoft.com/office/powerpoint/2010/main" val="28882813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8880" y="3591562"/>
            <a:ext cx="27980640" cy="7640320"/>
          </a:xfrm>
        </p:spPr>
        <p:txBody>
          <a:bodyPr anchor="b"/>
          <a:lstStyle>
            <a:lvl1pPr algn="ctr">
              <a:defRPr sz="19200"/>
            </a:lvl1pPr>
          </a:lstStyle>
          <a:p>
            <a:r>
              <a:rPr lang="en-US"/>
              <a:t>Click to edit Master title style</a:t>
            </a:r>
            <a:endParaRPr lang="en-US" dirty="0"/>
          </a:p>
        </p:txBody>
      </p:sp>
      <p:sp>
        <p:nvSpPr>
          <p:cNvPr id="3" name="Subtitle 2"/>
          <p:cNvSpPr>
            <a:spLocks noGrp="1"/>
          </p:cNvSpPr>
          <p:nvPr>
            <p:ph type="subTitle" idx="1"/>
          </p:nvPr>
        </p:nvSpPr>
        <p:spPr>
          <a:xfrm>
            <a:off x="4114800" y="11526522"/>
            <a:ext cx="24688800" cy="5298438"/>
          </a:xfrm>
        </p:spPr>
        <p:txBody>
          <a:bodyPr/>
          <a:lstStyle>
            <a:lvl1pPr marL="0" indent="0" algn="ctr">
              <a:buNone/>
              <a:defRPr sz="7680"/>
            </a:lvl1pPr>
            <a:lvl2pPr marL="1463040" indent="0" algn="ctr">
              <a:buNone/>
              <a:defRPr sz="6400"/>
            </a:lvl2pPr>
            <a:lvl3pPr marL="2926080" indent="0" algn="ctr">
              <a:buNone/>
              <a:defRPr sz="5760"/>
            </a:lvl3pPr>
            <a:lvl4pPr marL="4389120" indent="0" algn="ctr">
              <a:buNone/>
              <a:defRPr sz="5120"/>
            </a:lvl4pPr>
            <a:lvl5pPr marL="5852160" indent="0" algn="ctr">
              <a:buNone/>
              <a:defRPr sz="5120"/>
            </a:lvl5pPr>
            <a:lvl6pPr marL="7315200" indent="0" algn="ctr">
              <a:buNone/>
              <a:defRPr sz="5120"/>
            </a:lvl6pPr>
            <a:lvl7pPr marL="8778240" indent="0" algn="ctr">
              <a:buNone/>
              <a:defRPr sz="5120"/>
            </a:lvl7pPr>
            <a:lvl8pPr marL="10241280" indent="0" algn="ctr">
              <a:buNone/>
              <a:defRPr sz="5120"/>
            </a:lvl8pPr>
            <a:lvl9pPr marL="11704320" indent="0" algn="ctr">
              <a:buNone/>
              <a:defRPr sz="512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FE50148-A5BC-3A4B-B15E-70DA2CC77DE3}" type="datetimeFigureOut">
              <a:rPr lang="en-US" smtClean="0"/>
              <a:t>4/12/26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516DEE-646F-7F4C-96C8-0FCE05C9F4C5}" type="slidenum">
              <a:rPr lang="en-US" smtClean="0"/>
              <a:t>‹#›</a:t>
            </a:fld>
            <a:endParaRPr lang="en-US"/>
          </a:p>
        </p:txBody>
      </p:sp>
    </p:spTree>
    <p:extLst>
      <p:ext uri="{BB962C8B-B14F-4D97-AF65-F5344CB8AC3E}">
        <p14:creationId xmlns:p14="http://schemas.microsoft.com/office/powerpoint/2010/main" val="42700513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FE50148-A5BC-3A4B-B15E-70DA2CC77DE3}" type="datetimeFigureOut">
              <a:rPr lang="en-US" smtClean="0"/>
              <a:t>4/12/26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516DEE-646F-7F4C-96C8-0FCE05C9F4C5}" type="slidenum">
              <a:rPr lang="en-US" smtClean="0"/>
              <a:t>‹#›</a:t>
            </a:fld>
            <a:endParaRPr lang="en-US"/>
          </a:p>
        </p:txBody>
      </p:sp>
    </p:spTree>
    <p:extLst>
      <p:ext uri="{BB962C8B-B14F-4D97-AF65-F5344CB8AC3E}">
        <p14:creationId xmlns:p14="http://schemas.microsoft.com/office/powerpoint/2010/main" val="19341308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245997" y="5471167"/>
            <a:ext cx="28392120" cy="9128758"/>
          </a:xfrm>
        </p:spPr>
        <p:txBody>
          <a:bodyPr anchor="b"/>
          <a:lstStyle>
            <a:lvl1pPr>
              <a:defRPr sz="19200"/>
            </a:lvl1pPr>
          </a:lstStyle>
          <a:p>
            <a:r>
              <a:rPr lang="en-US"/>
              <a:t>Click to edit Master title style</a:t>
            </a:r>
            <a:endParaRPr lang="en-US" dirty="0"/>
          </a:p>
        </p:txBody>
      </p:sp>
      <p:sp>
        <p:nvSpPr>
          <p:cNvPr id="3" name="Text Placeholder 2"/>
          <p:cNvSpPr>
            <a:spLocks noGrp="1"/>
          </p:cNvSpPr>
          <p:nvPr>
            <p:ph type="body" idx="1"/>
          </p:nvPr>
        </p:nvSpPr>
        <p:spPr>
          <a:xfrm>
            <a:off x="2245997" y="14686287"/>
            <a:ext cx="28392120" cy="4800598"/>
          </a:xfrm>
        </p:spPr>
        <p:txBody>
          <a:bodyPr/>
          <a:lstStyle>
            <a:lvl1pPr marL="0" indent="0">
              <a:buNone/>
              <a:defRPr sz="7680">
                <a:solidFill>
                  <a:schemeClr val="tx1">
                    <a:tint val="82000"/>
                  </a:schemeClr>
                </a:solidFill>
              </a:defRPr>
            </a:lvl1pPr>
            <a:lvl2pPr marL="1463040" indent="0">
              <a:buNone/>
              <a:defRPr sz="6400">
                <a:solidFill>
                  <a:schemeClr val="tx1">
                    <a:tint val="82000"/>
                  </a:schemeClr>
                </a:solidFill>
              </a:defRPr>
            </a:lvl2pPr>
            <a:lvl3pPr marL="2926080" indent="0">
              <a:buNone/>
              <a:defRPr sz="5760">
                <a:solidFill>
                  <a:schemeClr val="tx1">
                    <a:tint val="82000"/>
                  </a:schemeClr>
                </a:solidFill>
              </a:defRPr>
            </a:lvl3pPr>
            <a:lvl4pPr marL="4389120" indent="0">
              <a:buNone/>
              <a:defRPr sz="5120">
                <a:solidFill>
                  <a:schemeClr val="tx1">
                    <a:tint val="82000"/>
                  </a:schemeClr>
                </a:solidFill>
              </a:defRPr>
            </a:lvl4pPr>
            <a:lvl5pPr marL="5852160" indent="0">
              <a:buNone/>
              <a:defRPr sz="5120">
                <a:solidFill>
                  <a:schemeClr val="tx1">
                    <a:tint val="82000"/>
                  </a:schemeClr>
                </a:solidFill>
              </a:defRPr>
            </a:lvl5pPr>
            <a:lvl6pPr marL="7315200" indent="0">
              <a:buNone/>
              <a:defRPr sz="5120">
                <a:solidFill>
                  <a:schemeClr val="tx1">
                    <a:tint val="82000"/>
                  </a:schemeClr>
                </a:solidFill>
              </a:defRPr>
            </a:lvl6pPr>
            <a:lvl7pPr marL="8778240" indent="0">
              <a:buNone/>
              <a:defRPr sz="5120">
                <a:solidFill>
                  <a:schemeClr val="tx1">
                    <a:tint val="82000"/>
                  </a:schemeClr>
                </a:solidFill>
              </a:defRPr>
            </a:lvl7pPr>
            <a:lvl8pPr marL="10241280" indent="0">
              <a:buNone/>
              <a:defRPr sz="5120">
                <a:solidFill>
                  <a:schemeClr val="tx1">
                    <a:tint val="82000"/>
                  </a:schemeClr>
                </a:solidFill>
              </a:defRPr>
            </a:lvl8pPr>
            <a:lvl9pPr marL="11704320" indent="0">
              <a:buNone/>
              <a:defRPr sz="512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FE50148-A5BC-3A4B-B15E-70DA2CC77DE3}" type="datetimeFigureOut">
              <a:rPr lang="en-US" smtClean="0"/>
              <a:t>4/12/26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516DEE-646F-7F4C-96C8-0FCE05C9F4C5}" type="slidenum">
              <a:rPr lang="en-US" smtClean="0"/>
              <a:t>‹#›</a:t>
            </a:fld>
            <a:endParaRPr lang="en-US"/>
          </a:p>
        </p:txBody>
      </p:sp>
    </p:spTree>
    <p:extLst>
      <p:ext uri="{BB962C8B-B14F-4D97-AF65-F5344CB8AC3E}">
        <p14:creationId xmlns:p14="http://schemas.microsoft.com/office/powerpoint/2010/main" val="500541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263140" y="5842000"/>
            <a:ext cx="13990320" cy="139242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6664940" y="5842000"/>
            <a:ext cx="13990320" cy="139242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FE50148-A5BC-3A4B-B15E-70DA2CC77DE3}" type="datetimeFigureOut">
              <a:rPr lang="en-US" smtClean="0"/>
              <a:t>4/12/26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516DEE-646F-7F4C-96C8-0FCE05C9F4C5}" type="slidenum">
              <a:rPr lang="en-US" smtClean="0"/>
              <a:t>‹#›</a:t>
            </a:fld>
            <a:endParaRPr lang="en-US"/>
          </a:p>
        </p:txBody>
      </p:sp>
    </p:spTree>
    <p:extLst>
      <p:ext uri="{BB962C8B-B14F-4D97-AF65-F5344CB8AC3E}">
        <p14:creationId xmlns:p14="http://schemas.microsoft.com/office/powerpoint/2010/main" val="29335518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267428" y="1168405"/>
            <a:ext cx="28392120" cy="42418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2267431" y="5379722"/>
            <a:ext cx="13926024" cy="2636518"/>
          </a:xfrm>
        </p:spPr>
        <p:txBody>
          <a:bodyPr anchor="b"/>
          <a:lstStyle>
            <a:lvl1pPr marL="0" indent="0">
              <a:buNone/>
              <a:defRPr sz="7680" b="1"/>
            </a:lvl1pPr>
            <a:lvl2pPr marL="1463040" indent="0">
              <a:buNone/>
              <a:defRPr sz="6400" b="1"/>
            </a:lvl2pPr>
            <a:lvl3pPr marL="2926080" indent="0">
              <a:buNone/>
              <a:defRPr sz="5760" b="1"/>
            </a:lvl3pPr>
            <a:lvl4pPr marL="4389120" indent="0">
              <a:buNone/>
              <a:defRPr sz="5120" b="1"/>
            </a:lvl4pPr>
            <a:lvl5pPr marL="5852160" indent="0">
              <a:buNone/>
              <a:defRPr sz="5120" b="1"/>
            </a:lvl5pPr>
            <a:lvl6pPr marL="7315200" indent="0">
              <a:buNone/>
              <a:defRPr sz="5120" b="1"/>
            </a:lvl6pPr>
            <a:lvl7pPr marL="8778240" indent="0">
              <a:buNone/>
              <a:defRPr sz="5120" b="1"/>
            </a:lvl7pPr>
            <a:lvl8pPr marL="10241280" indent="0">
              <a:buNone/>
              <a:defRPr sz="5120" b="1"/>
            </a:lvl8pPr>
            <a:lvl9pPr marL="11704320" indent="0">
              <a:buNone/>
              <a:defRPr sz="5120" b="1"/>
            </a:lvl9pPr>
          </a:lstStyle>
          <a:p>
            <a:pPr lvl="0"/>
            <a:r>
              <a:rPr lang="en-US"/>
              <a:t>Click to edit Master text styles</a:t>
            </a:r>
          </a:p>
        </p:txBody>
      </p:sp>
      <p:sp>
        <p:nvSpPr>
          <p:cNvPr id="4" name="Content Placeholder 3"/>
          <p:cNvSpPr>
            <a:spLocks noGrp="1"/>
          </p:cNvSpPr>
          <p:nvPr>
            <p:ph sz="half" idx="2"/>
          </p:nvPr>
        </p:nvSpPr>
        <p:spPr>
          <a:xfrm>
            <a:off x="2267431" y="8016240"/>
            <a:ext cx="13926024" cy="117906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6664942" y="5379722"/>
            <a:ext cx="13994608" cy="2636518"/>
          </a:xfrm>
        </p:spPr>
        <p:txBody>
          <a:bodyPr anchor="b"/>
          <a:lstStyle>
            <a:lvl1pPr marL="0" indent="0">
              <a:buNone/>
              <a:defRPr sz="7680" b="1"/>
            </a:lvl1pPr>
            <a:lvl2pPr marL="1463040" indent="0">
              <a:buNone/>
              <a:defRPr sz="6400" b="1"/>
            </a:lvl2pPr>
            <a:lvl3pPr marL="2926080" indent="0">
              <a:buNone/>
              <a:defRPr sz="5760" b="1"/>
            </a:lvl3pPr>
            <a:lvl4pPr marL="4389120" indent="0">
              <a:buNone/>
              <a:defRPr sz="5120" b="1"/>
            </a:lvl4pPr>
            <a:lvl5pPr marL="5852160" indent="0">
              <a:buNone/>
              <a:defRPr sz="5120" b="1"/>
            </a:lvl5pPr>
            <a:lvl6pPr marL="7315200" indent="0">
              <a:buNone/>
              <a:defRPr sz="5120" b="1"/>
            </a:lvl6pPr>
            <a:lvl7pPr marL="8778240" indent="0">
              <a:buNone/>
              <a:defRPr sz="5120" b="1"/>
            </a:lvl7pPr>
            <a:lvl8pPr marL="10241280" indent="0">
              <a:buNone/>
              <a:defRPr sz="5120" b="1"/>
            </a:lvl8pPr>
            <a:lvl9pPr marL="11704320" indent="0">
              <a:buNone/>
              <a:defRPr sz="5120" b="1"/>
            </a:lvl9pPr>
          </a:lstStyle>
          <a:p>
            <a:pPr lvl="0"/>
            <a:r>
              <a:rPr lang="en-US"/>
              <a:t>Click to edit Master text styles</a:t>
            </a:r>
          </a:p>
        </p:txBody>
      </p:sp>
      <p:sp>
        <p:nvSpPr>
          <p:cNvPr id="6" name="Content Placeholder 5"/>
          <p:cNvSpPr>
            <a:spLocks noGrp="1"/>
          </p:cNvSpPr>
          <p:nvPr>
            <p:ph sz="quarter" idx="4"/>
          </p:nvPr>
        </p:nvSpPr>
        <p:spPr>
          <a:xfrm>
            <a:off x="16664942" y="8016240"/>
            <a:ext cx="13994608" cy="117906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FE50148-A5BC-3A4B-B15E-70DA2CC77DE3}" type="datetimeFigureOut">
              <a:rPr lang="en-US" smtClean="0"/>
              <a:t>4/12/26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516DEE-646F-7F4C-96C8-0FCE05C9F4C5}" type="slidenum">
              <a:rPr lang="en-US" smtClean="0"/>
              <a:t>‹#›</a:t>
            </a:fld>
            <a:endParaRPr lang="en-US"/>
          </a:p>
        </p:txBody>
      </p:sp>
    </p:spTree>
    <p:extLst>
      <p:ext uri="{BB962C8B-B14F-4D97-AF65-F5344CB8AC3E}">
        <p14:creationId xmlns:p14="http://schemas.microsoft.com/office/powerpoint/2010/main" val="4910105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FE50148-A5BC-3A4B-B15E-70DA2CC77DE3}" type="datetimeFigureOut">
              <a:rPr lang="en-US" smtClean="0"/>
              <a:t>4/12/26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516DEE-646F-7F4C-96C8-0FCE05C9F4C5}" type="slidenum">
              <a:rPr lang="en-US" smtClean="0"/>
              <a:t>‹#›</a:t>
            </a:fld>
            <a:endParaRPr lang="en-US"/>
          </a:p>
        </p:txBody>
      </p:sp>
    </p:spTree>
    <p:extLst>
      <p:ext uri="{BB962C8B-B14F-4D97-AF65-F5344CB8AC3E}">
        <p14:creationId xmlns:p14="http://schemas.microsoft.com/office/powerpoint/2010/main" val="39136496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FE50148-A5BC-3A4B-B15E-70DA2CC77DE3}" type="datetimeFigureOut">
              <a:rPr lang="en-US" smtClean="0"/>
              <a:t>4/12/26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F516DEE-646F-7F4C-96C8-0FCE05C9F4C5}" type="slidenum">
              <a:rPr lang="en-US" smtClean="0"/>
              <a:t>‹#›</a:t>
            </a:fld>
            <a:endParaRPr lang="en-US"/>
          </a:p>
        </p:txBody>
      </p:sp>
    </p:spTree>
    <p:extLst>
      <p:ext uri="{BB962C8B-B14F-4D97-AF65-F5344CB8AC3E}">
        <p14:creationId xmlns:p14="http://schemas.microsoft.com/office/powerpoint/2010/main" val="17665205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67428" y="1463040"/>
            <a:ext cx="10617041" cy="5120640"/>
          </a:xfrm>
        </p:spPr>
        <p:txBody>
          <a:bodyPr anchor="b"/>
          <a:lstStyle>
            <a:lvl1pPr>
              <a:defRPr sz="10240"/>
            </a:lvl1pPr>
          </a:lstStyle>
          <a:p>
            <a:r>
              <a:rPr lang="en-US"/>
              <a:t>Click to edit Master title style</a:t>
            </a:r>
            <a:endParaRPr lang="en-US" dirty="0"/>
          </a:p>
        </p:txBody>
      </p:sp>
      <p:sp>
        <p:nvSpPr>
          <p:cNvPr id="3" name="Content Placeholder 2"/>
          <p:cNvSpPr>
            <a:spLocks noGrp="1"/>
          </p:cNvSpPr>
          <p:nvPr>
            <p:ph idx="1"/>
          </p:nvPr>
        </p:nvSpPr>
        <p:spPr>
          <a:xfrm>
            <a:off x="13994608" y="3159765"/>
            <a:ext cx="16664940" cy="15595600"/>
          </a:xfrm>
        </p:spPr>
        <p:txBody>
          <a:bodyPr/>
          <a:lstStyle>
            <a:lvl1pPr>
              <a:defRPr sz="10240"/>
            </a:lvl1pPr>
            <a:lvl2pPr>
              <a:defRPr sz="8960"/>
            </a:lvl2pPr>
            <a:lvl3pPr>
              <a:defRPr sz="7680"/>
            </a:lvl3pPr>
            <a:lvl4pPr>
              <a:defRPr sz="6400"/>
            </a:lvl4pPr>
            <a:lvl5pPr>
              <a:defRPr sz="6400"/>
            </a:lvl5pPr>
            <a:lvl6pPr>
              <a:defRPr sz="6400"/>
            </a:lvl6pPr>
            <a:lvl7pPr>
              <a:defRPr sz="6400"/>
            </a:lvl7pPr>
            <a:lvl8pPr>
              <a:defRPr sz="6400"/>
            </a:lvl8pPr>
            <a:lvl9pPr>
              <a:defRPr sz="6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267428" y="6583680"/>
            <a:ext cx="10617041" cy="12197082"/>
          </a:xfrm>
        </p:spPr>
        <p:txBody>
          <a:bodyPr/>
          <a:lstStyle>
            <a:lvl1pPr marL="0" indent="0">
              <a:buNone/>
              <a:defRPr sz="5120"/>
            </a:lvl1pPr>
            <a:lvl2pPr marL="1463040" indent="0">
              <a:buNone/>
              <a:defRPr sz="4480"/>
            </a:lvl2pPr>
            <a:lvl3pPr marL="2926080" indent="0">
              <a:buNone/>
              <a:defRPr sz="3840"/>
            </a:lvl3pPr>
            <a:lvl4pPr marL="4389120" indent="0">
              <a:buNone/>
              <a:defRPr sz="3200"/>
            </a:lvl4pPr>
            <a:lvl5pPr marL="5852160" indent="0">
              <a:buNone/>
              <a:defRPr sz="3200"/>
            </a:lvl5pPr>
            <a:lvl6pPr marL="7315200" indent="0">
              <a:buNone/>
              <a:defRPr sz="3200"/>
            </a:lvl6pPr>
            <a:lvl7pPr marL="8778240" indent="0">
              <a:buNone/>
              <a:defRPr sz="3200"/>
            </a:lvl7pPr>
            <a:lvl8pPr marL="10241280" indent="0">
              <a:buNone/>
              <a:defRPr sz="3200"/>
            </a:lvl8pPr>
            <a:lvl9pPr marL="11704320" indent="0">
              <a:buNone/>
              <a:defRPr sz="3200"/>
            </a:lvl9pPr>
          </a:lstStyle>
          <a:p>
            <a:pPr lvl="0"/>
            <a:r>
              <a:rPr lang="en-US"/>
              <a:t>Click to edit Master text styles</a:t>
            </a:r>
          </a:p>
        </p:txBody>
      </p:sp>
      <p:sp>
        <p:nvSpPr>
          <p:cNvPr id="5" name="Date Placeholder 4"/>
          <p:cNvSpPr>
            <a:spLocks noGrp="1"/>
          </p:cNvSpPr>
          <p:nvPr>
            <p:ph type="dt" sz="half" idx="10"/>
          </p:nvPr>
        </p:nvSpPr>
        <p:spPr/>
        <p:txBody>
          <a:bodyPr/>
          <a:lstStyle/>
          <a:p>
            <a:fld id="{DFE50148-A5BC-3A4B-B15E-70DA2CC77DE3}" type="datetimeFigureOut">
              <a:rPr lang="en-US" smtClean="0"/>
              <a:t>4/12/26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516DEE-646F-7F4C-96C8-0FCE05C9F4C5}" type="slidenum">
              <a:rPr lang="en-US" smtClean="0"/>
              <a:t>‹#›</a:t>
            </a:fld>
            <a:endParaRPr lang="en-US"/>
          </a:p>
        </p:txBody>
      </p:sp>
    </p:spTree>
    <p:extLst>
      <p:ext uri="{BB962C8B-B14F-4D97-AF65-F5344CB8AC3E}">
        <p14:creationId xmlns:p14="http://schemas.microsoft.com/office/powerpoint/2010/main" val="10702652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67428" y="1463040"/>
            <a:ext cx="10617041" cy="5120640"/>
          </a:xfrm>
        </p:spPr>
        <p:txBody>
          <a:bodyPr anchor="b"/>
          <a:lstStyle>
            <a:lvl1pPr>
              <a:defRPr sz="1024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994608" y="3159765"/>
            <a:ext cx="16664940" cy="15595600"/>
          </a:xfrm>
        </p:spPr>
        <p:txBody>
          <a:bodyPr anchor="t"/>
          <a:lstStyle>
            <a:lvl1pPr marL="0" indent="0">
              <a:buNone/>
              <a:defRPr sz="10240"/>
            </a:lvl1pPr>
            <a:lvl2pPr marL="1463040" indent="0">
              <a:buNone/>
              <a:defRPr sz="8960"/>
            </a:lvl2pPr>
            <a:lvl3pPr marL="2926080" indent="0">
              <a:buNone/>
              <a:defRPr sz="7680"/>
            </a:lvl3pPr>
            <a:lvl4pPr marL="4389120" indent="0">
              <a:buNone/>
              <a:defRPr sz="6400"/>
            </a:lvl4pPr>
            <a:lvl5pPr marL="5852160" indent="0">
              <a:buNone/>
              <a:defRPr sz="6400"/>
            </a:lvl5pPr>
            <a:lvl6pPr marL="7315200" indent="0">
              <a:buNone/>
              <a:defRPr sz="6400"/>
            </a:lvl6pPr>
            <a:lvl7pPr marL="8778240" indent="0">
              <a:buNone/>
              <a:defRPr sz="6400"/>
            </a:lvl7pPr>
            <a:lvl8pPr marL="10241280" indent="0">
              <a:buNone/>
              <a:defRPr sz="6400"/>
            </a:lvl8pPr>
            <a:lvl9pPr marL="11704320" indent="0">
              <a:buNone/>
              <a:defRPr sz="6400"/>
            </a:lvl9pPr>
          </a:lstStyle>
          <a:p>
            <a:r>
              <a:rPr lang="en-US"/>
              <a:t>Click icon to add picture</a:t>
            </a:r>
            <a:endParaRPr lang="en-US" dirty="0"/>
          </a:p>
        </p:txBody>
      </p:sp>
      <p:sp>
        <p:nvSpPr>
          <p:cNvPr id="4" name="Text Placeholder 3"/>
          <p:cNvSpPr>
            <a:spLocks noGrp="1"/>
          </p:cNvSpPr>
          <p:nvPr>
            <p:ph type="body" sz="half" idx="2"/>
          </p:nvPr>
        </p:nvSpPr>
        <p:spPr>
          <a:xfrm>
            <a:off x="2267428" y="6583680"/>
            <a:ext cx="10617041" cy="12197082"/>
          </a:xfrm>
        </p:spPr>
        <p:txBody>
          <a:bodyPr/>
          <a:lstStyle>
            <a:lvl1pPr marL="0" indent="0">
              <a:buNone/>
              <a:defRPr sz="5120"/>
            </a:lvl1pPr>
            <a:lvl2pPr marL="1463040" indent="0">
              <a:buNone/>
              <a:defRPr sz="4480"/>
            </a:lvl2pPr>
            <a:lvl3pPr marL="2926080" indent="0">
              <a:buNone/>
              <a:defRPr sz="3840"/>
            </a:lvl3pPr>
            <a:lvl4pPr marL="4389120" indent="0">
              <a:buNone/>
              <a:defRPr sz="3200"/>
            </a:lvl4pPr>
            <a:lvl5pPr marL="5852160" indent="0">
              <a:buNone/>
              <a:defRPr sz="3200"/>
            </a:lvl5pPr>
            <a:lvl6pPr marL="7315200" indent="0">
              <a:buNone/>
              <a:defRPr sz="3200"/>
            </a:lvl6pPr>
            <a:lvl7pPr marL="8778240" indent="0">
              <a:buNone/>
              <a:defRPr sz="3200"/>
            </a:lvl7pPr>
            <a:lvl8pPr marL="10241280" indent="0">
              <a:buNone/>
              <a:defRPr sz="3200"/>
            </a:lvl8pPr>
            <a:lvl9pPr marL="11704320" indent="0">
              <a:buNone/>
              <a:defRPr sz="3200"/>
            </a:lvl9pPr>
          </a:lstStyle>
          <a:p>
            <a:pPr lvl="0"/>
            <a:r>
              <a:rPr lang="en-US"/>
              <a:t>Click to edit Master text styles</a:t>
            </a:r>
          </a:p>
        </p:txBody>
      </p:sp>
      <p:sp>
        <p:nvSpPr>
          <p:cNvPr id="5" name="Date Placeholder 4"/>
          <p:cNvSpPr>
            <a:spLocks noGrp="1"/>
          </p:cNvSpPr>
          <p:nvPr>
            <p:ph type="dt" sz="half" idx="10"/>
          </p:nvPr>
        </p:nvSpPr>
        <p:spPr/>
        <p:txBody>
          <a:bodyPr/>
          <a:lstStyle/>
          <a:p>
            <a:fld id="{DFE50148-A5BC-3A4B-B15E-70DA2CC77DE3}" type="datetimeFigureOut">
              <a:rPr lang="en-US" smtClean="0"/>
              <a:t>4/12/26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516DEE-646F-7F4C-96C8-0FCE05C9F4C5}" type="slidenum">
              <a:rPr lang="en-US" smtClean="0"/>
              <a:t>‹#›</a:t>
            </a:fld>
            <a:endParaRPr lang="en-US"/>
          </a:p>
        </p:txBody>
      </p:sp>
    </p:spTree>
    <p:extLst>
      <p:ext uri="{BB962C8B-B14F-4D97-AF65-F5344CB8AC3E}">
        <p14:creationId xmlns:p14="http://schemas.microsoft.com/office/powerpoint/2010/main" val="32687912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FE50148-A5BC-3A4B-B15E-70DA2CC77DE3}" type="datetimeFigureOut">
              <a:rPr lang="en-US" smtClean="0"/>
              <a:t>4/12/26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516DEE-646F-7F4C-96C8-0FCE05C9F4C5}" type="slidenum">
              <a:rPr lang="en-US" smtClean="0"/>
              <a:t>‹#›</a:t>
            </a:fld>
            <a:endParaRPr lang="en-US"/>
          </a:p>
        </p:txBody>
      </p:sp>
    </p:spTree>
    <p:extLst>
      <p:ext uri="{BB962C8B-B14F-4D97-AF65-F5344CB8AC3E}">
        <p14:creationId xmlns:p14="http://schemas.microsoft.com/office/powerpoint/2010/main" val="39886855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557232" y="1168400"/>
            <a:ext cx="7098030" cy="1859788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63142" y="1168400"/>
            <a:ext cx="20882610" cy="1859788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FE50148-A5BC-3A4B-B15E-70DA2CC77DE3}" type="datetimeFigureOut">
              <a:rPr lang="en-US" smtClean="0"/>
              <a:t>4/12/26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516DEE-646F-7F4C-96C8-0FCE05C9F4C5}" type="slidenum">
              <a:rPr lang="en-US" smtClean="0"/>
              <a:t>‹#›</a:t>
            </a:fld>
            <a:endParaRPr lang="en-US"/>
          </a:p>
        </p:txBody>
      </p:sp>
    </p:spTree>
    <p:extLst>
      <p:ext uri="{BB962C8B-B14F-4D97-AF65-F5344CB8AC3E}">
        <p14:creationId xmlns:p14="http://schemas.microsoft.com/office/powerpoint/2010/main" val="27488443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63140" y="1168405"/>
            <a:ext cx="28392120" cy="42418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63140" y="5842000"/>
            <a:ext cx="28392120" cy="1392428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263140" y="20340325"/>
            <a:ext cx="7406640" cy="1168400"/>
          </a:xfrm>
          <a:prstGeom prst="rect">
            <a:avLst/>
          </a:prstGeom>
        </p:spPr>
        <p:txBody>
          <a:bodyPr vert="horz" lIns="91440" tIns="45720" rIns="91440" bIns="45720" rtlCol="0" anchor="ctr"/>
          <a:lstStyle>
            <a:lvl1pPr algn="l">
              <a:defRPr sz="3840">
                <a:solidFill>
                  <a:schemeClr val="tx1">
                    <a:tint val="82000"/>
                  </a:schemeClr>
                </a:solidFill>
              </a:defRPr>
            </a:lvl1pPr>
          </a:lstStyle>
          <a:p>
            <a:fld id="{DFE50148-A5BC-3A4B-B15E-70DA2CC77DE3}" type="datetimeFigureOut">
              <a:rPr lang="en-US" smtClean="0"/>
              <a:t>4/12/26</a:t>
            </a:fld>
            <a:endParaRPr lang="en-US"/>
          </a:p>
        </p:txBody>
      </p:sp>
      <p:sp>
        <p:nvSpPr>
          <p:cNvPr id="5" name="Footer Placeholder 4"/>
          <p:cNvSpPr>
            <a:spLocks noGrp="1"/>
          </p:cNvSpPr>
          <p:nvPr>
            <p:ph type="ftr" sz="quarter" idx="3"/>
          </p:nvPr>
        </p:nvSpPr>
        <p:spPr>
          <a:xfrm>
            <a:off x="10904220" y="20340325"/>
            <a:ext cx="11109960" cy="1168400"/>
          </a:xfrm>
          <a:prstGeom prst="rect">
            <a:avLst/>
          </a:prstGeom>
        </p:spPr>
        <p:txBody>
          <a:bodyPr vert="horz" lIns="91440" tIns="45720" rIns="91440" bIns="45720" rtlCol="0" anchor="ctr"/>
          <a:lstStyle>
            <a:lvl1pPr algn="ctr">
              <a:defRPr sz="384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23248620" y="20340325"/>
            <a:ext cx="7406640" cy="1168400"/>
          </a:xfrm>
          <a:prstGeom prst="rect">
            <a:avLst/>
          </a:prstGeom>
        </p:spPr>
        <p:txBody>
          <a:bodyPr vert="horz" lIns="91440" tIns="45720" rIns="91440" bIns="45720" rtlCol="0" anchor="ctr"/>
          <a:lstStyle>
            <a:lvl1pPr algn="r">
              <a:defRPr sz="3840">
                <a:solidFill>
                  <a:schemeClr val="tx1">
                    <a:tint val="82000"/>
                  </a:schemeClr>
                </a:solidFill>
              </a:defRPr>
            </a:lvl1pPr>
          </a:lstStyle>
          <a:p>
            <a:fld id="{5F516DEE-646F-7F4C-96C8-0FCE05C9F4C5}" type="slidenum">
              <a:rPr lang="en-US" smtClean="0"/>
              <a:t>‹#›</a:t>
            </a:fld>
            <a:endParaRPr lang="en-US"/>
          </a:p>
        </p:txBody>
      </p:sp>
    </p:spTree>
    <p:extLst>
      <p:ext uri="{BB962C8B-B14F-4D97-AF65-F5344CB8AC3E}">
        <p14:creationId xmlns:p14="http://schemas.microsoft.com/office/powerpoint/2010/main" val="422382963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2926080" rtl="0" eaLnBrk="1" latinLnBrk="0" hangingPunct="1">
        <a:lnSpc>
          <a:spcPct val="90000"/>
        </a:lnSpc>
        <a:spcBef>
          <a:spcPct val="0"/>
        </a:spcBef>
        <a:buNone/>
        <a:defRPr sz="14080" kern="1200">
          <a:solidFill>
            <a:schemeClr val="tx1"/>
          </a:solidFill>
          <a:latin typeface="+mj-lt"/>
          <a:ea typeface="+mj-ea"/>
          <a:cs typeface="+mj-cs"/>
        </a:defRPr>
      </a:lvl1pPr>
    </p:titleStyle>
    <p:bodyStyle>
      <a:lvl1pPr marL="731520" indent="-731520" algn="l" defTabSz="2926080" rtl="0" eaLnBrk="1" latinLnBrk="0" hangingPunct="1">
        <a:lnSpc>
          <a:spcPct val="90000"/>
        </a:lnSpc>
        <a:spcBef>
          <a:spcPts val="3200"/>
        </a:spcBef>
        <a:buFont typeface="Arial" panose="020B0604020202020204" pitchFamily="34" charset="0"/>
        <a:buChar char="•"/>
        <a:defRPr sz="8960" kern="1200">
          <a:solidFill>
            <a:schemeClr val="tx1"/>
          </a:solidFill>
          <a:latin typeface="+mn-lt"/>
          <a:ea typeface="+mn-ea"/>
          <a:cs typeface="+mn-cs"/>
        </a:defRPr>
      </a:lvl1pPr>
      <a:lvl2pPr marL="2194560" indent="-731520" algn="l" defTabSz="2926080" rtl="0" eaLnBrk="1" latinLnBrk="0" hangingPunct="1">
        <a:lnSpc>
          <a:spcPct val="90000"/>
        </a:lnSpc>
        <a:spcBef>
          <a:spcPts val="1600"/>
        </a:spcBef>
        <a:buFont typeface="Arial" panose="020B0604020202020204" pitchFamily="34" charset="0"/>
        <a:buChar char="•"/>
        <a:defRPr sz="7680" kern="1200">
          <a:solidFill>
            <a:schemeClr val="tx1"/>
          </a:solidFill>
          <a:latin typeface="+mn-lt"/>
          <a:ea typeface="+mn-ea"/>
          <a:cs typeface="+mn-cs"/>
        </a:defRPr>
      </a:lvl2pPr>
      <a:lvl3pPr marL="3657600" indent="-731520" algn="l" defTabSz="2926080" rtl="0" eaLnBrk="1" latinLnBrk="0" hangingPunct="1">
        <a:lnSpc>
          <a:spcPct val="90000"/>
        </a:lnSpc>
        <a:spcBef>
          <a:spcPts val="1600"/>
        </a:spcBef>
        <a:buFont typeface="Arial" panose="020B0604020202020204" pitchFamily="34" charset="0"/>
        <a:buChar char="•"/>
        <a:defRPr sz="6400" kern="1200">
          <a:solidFill>
            <a:schemeClr val="tx1"/>
          </a:solidFill>
          <a:latin typeface="+mn-lt"/>
          <a:ea typeface="+mn-ea"/>
          <a:cs typeface="+mn-cs"/>
        </a:defRPr>
      </a:lvl3pPr>
      <a:lvl4pPr marL="512064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4pPr>
      <a:lvl5pPr marL="658368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5pPr>
      <a:lvl6pPr marL="804672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6pPr>
      <a:lvl7pPr marL="950976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7pPr>
      <a:lvl8pPr marL="1097280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8pPr>
      <a:lvl9pPr marL="1243584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9pPr>
    </p:bodyStyle>
    <p:otherStyle>
      <a:defPPr>
        <a:defRPr lang="en-US"/>
      </a:defPPr>
      <a:lvl1pPr marL="0" algn="l" defTabSz="2926080" rtl="0" eaLnBrk="1" latinLnBrk="0" hangingPunct="1">
        <a:defRPr sz="5760" kern="1200">
          <a:solidFill>
            <a:schemeClr val="tx1"/>
          </a:solidFill>
          <a:latin typeface="+mn-lt"/>
          <a:ea typeface="+mn-ea"/>
          <a:cs typeface="+mn-cs"/>
        </a:defRPr>
      </a:lvl1pPr>
      <a:lvl2pPr marL="1463040" algn="l" defTabSz="2926080" rtl="0" eaLnBrk="1" latinLnBrk="0" hangingPunct="1">
        <a:defRPr sz="5760" kern="1200">
          <a:solidFill>
            <a:schemeClr val="tx1"/>
          </a:solidFill>
          <a:latin typeface="+mn-lt"/>
          <a:ea typeface="+mn-ea"/>
          <a:cs typeface="+mn-cs"/>
        </a:defRPr>
      </a:lvl2pPr>
      <a:lvl3pPr marL="2926080" algn="l" defTabSz="2926080" rtl="0" eaLnBrk="1" latinLnBrk="0" hangingPunct="1">
        <a:defRPr sz="5760" kern="1200">
          <a:solidFill>
            <a:schemeClr val="tx1"/>
          </a:solidFill>
          <a:latin typeface="+mn-lt"/>
          <a:ea typeface="+mn-ea"/>
          <a:cs typeface="+mn-cs"/>
        </a:defRPr>
      </a:lvl3pPr>
      <a:lvl4pPr marL="4389120" algn="l" defTabSz="2926080" rtl="0" eaLnBrk="1" latinLnBrk="0" hangingPunct="1">
        <a:defRPr sz="5760" kern="1200">
          <a:solidFill>
            <a:schemeClr val="tx1"/>
          </a:solidFill>
          <a:latin typeface="+mn-lt"/>
          <a:ea typeface="+mn-ea"/>
          <a:cs typeface="+mn-cs"/>
        </a:defRPr>
      </a:lvl4pPr>
      <a:lvl5pPr marL="5852160" algn="l" defTabSz="2926080" rtl="0" eaLnBrk="1" latinLnBrk="0" hangingPunct="1">
        <a:defRPr sz="5760" kern="1200">
          <a:solidFill>
            <a:schemeClr val="tx1"/>
          </a:solidFill>
          <a:latin typeface="+mn-lt"/>
          <a:ea typeface="+mn-ea"/>
          <a:cs typeface="+mn-cs"/>
        </a:defRPr>
      </a:lvl5pPr>
      <a:lvl6pPr marL="7315200" algn="l" defTabSz="2926080" rtl="0" eaLnBrk="1" latinLnBrk="0" hangingPunct="1">
        <a:defRPr sz="5760" kern="1200">
          <a:solidFill>
            <a:schemeClr val="tx1"/>
          </a:solidFill>
          <a:latin typeface="+mn-lt"/>
          <a:ea typeface="+mn-ea"/>
          <a:cs typeface="+mn-cs"/>
        </a:defRPr>
      </a:lvl6pPr>
      <a:lvl7pPr marL="8778240" algn="l" defTabSz="2926080" rtl="0" eaLnBrk="1" latinLnBrk="0" hangingPunct="1">
        <a:defRPr sz="5760" kern="1200">
          <a:solidFill>
            <a:schemeClr val="tx1"/>
          </a:solidFill>
          <a:latin typeface="+mn-lt"/>
          <a:ea typeface="+mn-ea"/>
          <a:cs typeface="+mn-cs"/>
        </a:defRPr>
      </a:lvl7pPr>
      <a:lvl8pPr marL="10241280" algn="l" defTabSz="2926080" rtl="0" eaLnBrk="1" latinLnBrk="0" hangingPunct="1">
        <a:defRPr sz="5760" kern="1200">
          <a:solidFill>
            <a:schemeClr val="tx1"/>
          </a:solidFill>
          <a:latin typeface="+mn-lt"/>
          <a:ea typeface="+mn-ea"/>
          <a:cs typeface="+mn-cs"/>
        </a:defRPr>
      </a:lvl8pPr>
      <a:lvl9pPr marL="11704320" algn="l" defTabSz="2926080" rtl="0" eaLnBrk="1" latinLnBrk="0" hangingPunct="1">
        <a:defRPr sz="57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A1D66-DCD2-89AF-C9F7-AEE6C2DD1AF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F064463-1E06-318C-B290-15294134145E}"/>
              </a:ext>
            </a:extLst>
          </p:cNvPr>
          <p:cNvSpPr/>
          <p:nvPr/>
        </p:nvSpPr>
        <p:spPr>
          <a:xfrm>
            <a:off x="-31532" y="-37980"/>
            <a:ext cx="32949931" cy="2743200"/>
          </a:xfrm>
          <a:prstGeom prst="rect">
            <a:avLst/>
          </a:prstGeom>
          <a:solidFill>
            <a:schemeClr val="tx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200" b="1" dirty="0">
                <a:ln w="28575">
                  <a:solidFill>
                    <a:srgbClr val="CE0E2C"/>
                  </a:solidFill>
                </a:ln>
                <a:solidFill>
                  <a:schemeClr val="bg1"/>
                </a:solidFill>
                <a:latin typeface="Avenir Next LT Pro" panose="020B0504020202020204" pitchFamily="34" charset="77"/>
              </a:rPr>
              <a:t>Predicting Diabetes and BMI with Deep Learning</a:t>
            </a:r>
            <a:endParaRPr lang="en-US" sz="7200" b="1" dirty="0">
              <a:ln w="3175">
                <a:solidFill>
                  <a:schemeClr val="bg1"/>
                </a:solidFill>
              </a:ln>
              <a:solidFill>
                <a:srgbClr val="CE202F"/>
              </a:solidFill>
              <a:latin typeface="Avenir Next LT Pro" panose="020B0504020202020204" pitchFamily="34" charset="77"/>
            </a:endParaRPr>
          </a:p>
          <a:p>
            <a:pPr algn="ctr"/>
            <a:r>
              <a:rPr lang="en-US" sz="7200" dirty="0">
                <a:ln w="3175">
                  <a:noFill/>
                </a:ln>
                <a:solidFill>
                  <a:schemeClr val="bg1"/>
                </a:solidFill>
                <a:latin typeface="Avenir Next LT Pro" panose="020B0504020202020204" pitchFamily="34" charset="77"/>
              </a:rPr>
              <a:t>Sundar Raj Sharma</a:t>
            </a:r>
          </a:p>
        </p:txBody>
      </p:sp>
      <p:sp>
        <p:nvSpPr>
          <p:cNvPr id="7" name="TextBox 6">
            <a:extLst>
              <a:ext uri="{FF2B5EF4-FFF2-40B4-BE49-F238E27FC236}">
                <a16:creationId xmlns:a16="http://schemas.microsoft.com/office/drawing/2014/main" id="{52D4048D-2020-B0C1-206A-1F20373C82AD}"/>
              </a:ext>
            </a:extLst>
          </p:cNvPr>
          <p:cNvSpPr txBox="1"/>
          <p:nvPr/>
        </p:nvSpPr>
        <p:spPr>
          <a:xfrm>
            <a:off x="28019274" y="548790"/>
            <a:ext cx="4678077" cy="1569660"/>
          </a:xfrm>
          <a:prstGeom prst="rect">
            <a:avLst/>
          </a:prstGeom>
          <a:noFill/>
        </p:spPr>
        <p:txBody>
          <a:bodyPr wrap="square" rtlCol="0">
            <a:spAutoFit/>
          </a:bodyPr>
          <a:lstStyle/>
          <a:p>
            <a:pPr algn="r"/>
            <a:r>
              <a:rPr lang="en-US" sz="4800" dirty="0">
                <a:ln w="12700">
                  <a:noFill/>
                </a:ln>
                <a:solidFill>
                  <a:schemeClr val="bg1"/>
                </a:solidFill>
                <a:latin typeface="Avenir Next LT Pro" panose="020B0504020202020204" pitchFamily="34" charset="77"/>
              </a:rPr>
              <a:t>CSCI 6952</a:t>
            </a:r>
          </a:p>
          <a:p>
            <a:pPr algn="r"/>
            <a:r>
              <a:rPr lang="en-US" sz="4800" dirty="0">
                <a:ln w="12700">
                  <a:noFill/>
                </a:ln>
                <a:solidFill>
                  <a:schemeClr val="bg1"/>
                </a:solidFill>
                <a:latin typeface="Avenir Next LT Pro" panose="020B0504020202020204" pitchFamily="34" charset="77"/>
              </a:rPr>
              <a:t>Spring 2026</a:t>
            </a:r>
          </a:p>
        </p:txBody>
      </p:sp>
      <p:pic>
        <p:nvPicPr>
          <p:cNvPr id="19" name="Picture 18">
            <a:extLst>
              <a:ext uri="{FF2B5EF4-FFF2-40B4-BE49-F238E27FC236}">
                <a16:creationId xmlns:a16="http://schemas.microsoft.com/office/drawing/2014/main" id="{094FB6D0-A6D5-B849-0291-0A190427B351}"/>
              </a:ext>
            </a:extLst>
          </p:cNvPr>
          <p:cNvPicPr>
            <a:picLocks noChangeAspect="1"/>
          </p:cNvPicPr>
          <p:nvPr/>
        </p:nvPicPr>
        <p:blipFill>
          <a:blip r:embed="rId3"/>
          <a:srcRect l="2817" t="17095" r="62974" b="21271"/>
          <a:stretch>
            <a:fillRect/>
          </a:stretch>
        </p:blipFill>
        <p:spPr>
          <a:xfrm>
            <a:off x="462844" y="514284"/>
            <a:ext cx="2556934" cy="1638672"/>
          </a:xfrm>
          <a:prstGeom prst="rect">
            <a:avLst/>
          </a:prstGeom>
          <a:solidFill>
            <a:schemeClr val="tx1"/>
          </a:solidFill>
        </p:spPr>
      </p:pic>
      <p:sp>
        <p:nvSpPr>
          <p:cNvPr id="53" name="Round Same Side Corner Rectangle 52">
            <a:extLst>
              <a:ext uri="{FF2B5EF4-FFF2-40B4-BE49-F238E27FC236}">
                <a16:creationId xmlns:a16="http://schemas.microsoft.com/office/drawing/2014/main" id="{C216E41A-CFFC-C03B-E89A-58AEDC1E62C9}"/>
              </a:ext>
            </a:extLst>
          </p:cNvPr>
          <p:cNvSpPr/>
          <p:nvPr/>
        </p:nvSpPr>
        <p:spPr>
          <a:xfrm>
            <a:off x="233636" y="12080760"/>
            <a:ext cx="10671048" cy="1014984"/>
          </a:xfrm>
          <a:prstGeom prst="round2SameRect">
            <a:avLst>
              <a:gd name="adj1" fmla="val 50000"/>
              <a:gd name="adj2" fmla="val 0"/>
            </a:avLst>
          </a:prstGeom>
          <a:gradFill>
            <a:gsLst>
              <a:gs pos="0">
                <a:srgbClr val="FFC629"/>
              </a:gs>
              <a:gs pos="50000">
                <a:srgbClr val="CE0E2C"/>
              </a:gs>
              <a:gs pos="10000">
                <a:srgbClr val="CE0E2C"/>
              </a:gs>
              <a:gs pos="89000">
                <a:srgbClr val="CE0E2C"/>
              </a:gs>
              <a:gs pos="100000">
                <a:srgbClr val="F6D44D"/>
              </a:gs>
            </a:gsLst>
            <a:lin ang="2700000" scaled="0"/>
          </a:gra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5500" b="1" dirty="0">
                <a:solidFill>
                  <a:schemeClr val="bg1"/>
                </a:solidFill>
                <a:latin typeface="Avenir Next LT Pro" panose="020B0504020202020204" pitchFamily="34" charset="77"/>
              </a:rPr>
              <a:t>Dataset</a:t>
            </a:r>
          </a:p>
        </p:txBody>
      </p:sp>
      <p:sp>
        <p:nvSpPr>
          <p:cNvPr id="37" name="Round Same Side Corner Rectangle 36">
            <a:extLst>
              <a:ext uri="{FF2B5EF4-FFF2-40B4-BE49-F238E27FC236}">
                <a16:creationId xmlns:a16="http://schemas.microsoft.com/office/drawing/2014/main" id="{62194544-F769-0575-B946-71E5E2F98FB7}"/>
              </a:ext>
            </a:extLst>
          </p:cNvPr>
          <p:cNvSpPr/>
          <p:nvPr/>
        </p:nvSpPr>
        <p:spPr>
          <a:xfrm>
            <a:off x="223579" y="2905358"/>
            <a:ext cx="10671048" cy="1014984"/>
          </a:xfrm>
          <a:prstGeom prst="round2SameRect">
            <a:avLst>
              <a:gd name="adj1" fmla="val 50000"/>
              <a:gd name="adj2" fmla="val 0"/>
            </a:avLst>
          </a:prstGeom>
          <a:gradFill>
            <a:gsLst>
              <a:gs pos="0">
                <a:srgbClr val="FFC629"/>
              </a:gs>
              <a:gs pos="50000">
                <a:srgbClr val="CE0E2C"/>
              </a:gs>
              <a:gs pos="11000">
                <a:srgbClr val="CE0E2C"/>
              </a:gs>
              <a:gs pos="89000">
                <a:srgbClr val="CE0E2C"/>
              </a:gs>
              <a:gs pos="100000">
                <a:srgbClr val="FFC629"/>
              </a:gs>
            </a:gsLst>
            <a:lin ang="2700000" scaled="0"/>
          </a:gra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5500" b="1" dirty="0">
                <a:solidFill>
                  <a:schemeClr val="bg1"/>
                </a:solidFill>
                <a:latin typeface="Avenir Next LT Pro" panose="020B0504020202020204" pitchFamily="34" charset="77"/>
              </a:rPr>
              <a:t>Background</a:t>
            </a:r>
          </a:p>
        </p:txBody>
      </p:sp>
      <p:sp>
        <p:nvSpPr>
          <p:cNvPr id="80" name="TextBox 79">
            <a:extLst>
              <a:ext uri="{FF2B5EF4-FFF2-40B4-BE49-F238E27FC236}">
                <a16:creationId xmlns:a16="http://schemas.microsoft.com/office/drawing/2014/main" id="{A2DA1CDD-8C7C-E8AE-32C9-31C676FBBEE1}"/>
              </a:ext>
            </a:extLst>
          </p:cNvPr>
          <p:cNvSpPr txBox="1"/>
          <p:nvPr/>
        </p:nvSpPr>
        <p:spPr>
          <a:xfrm>
            <a:off x="223578" y="4050677"/>
            <a:ext cx="10671048" cy="2128703"/>
          </a:xfrm>
          <a:prstGeom prst="rect">
            <a:avLst/>
          </a:prstGeom>
          <a:noFill/>
          <a:ln w="38100">
            <a:solidFill>
              <a:schemeClr val="tx1"/>
            </a:solidFill>
          </a:ln>
        </p:spPr>
        <p:txBody>
          <a:bodyPr wrap="square" tIns="137160" rtlCol="0">
            <a:noAutofit/>
          </a:bodyPr>
          <a:lstStyle/>
          <a:p>
            <a:pPr marL="457200" indent="-457200">
              <a:buFont typeface="Arial" panose="020B0604020202020204" pitchFamily="34" charset="0"/>
              <a:buChar char="•"/>
            </a:pPr>
            <a:r>
              <a:rPr lang="en-US" sz="3200" dirty="0">
                <a:latin typeface="Avenir Next LT Pro" panose="020B0504020202020204" pitchFamily="34" charset="77"/>
              </a:rPr>
              <a:t>The project builds machine learning models to predict diabetes status and BMI from lifestyle and health indicators using the CDC BRFSS 2015 dataset.</a:t>
            </a:r>
          </a:p>
        </p:txBody>
      </p:sp>
      <p:sp>
        <p:nvSpPr>
          <p:cNvPr id="59" name="Round Same Side Corner Rectangle 58">
            <a:extLst>
              <a:ext uri="{FF2B5EF4-FFF2-40B4-BE49-F238E27FC236}">
                <a16:creationId xmlns:a16="http://schemas.microsoft.com/office/drawing/2014/main" id="{B4281CCF-CA4D-0D09-0139-687513964C52}"/>
              </a:ext>
            </a:extLst>
          </p:cNvPr>
          <p:cNvSpPr/>
          <p:nvPr/>
        </p:nvSpPr>
        <p:spPr>
          <a:xfrm>
            <a:off x="220837" y="6365096"/>
            <a:ext cx="10671048" cy="1014984"/>
          </a:xfrm>
          <a:prstGeom prst="round2SameRect">
            <a:avLst>
              <a:gd name="adj1" fmla="val 50000"/>
              <a:gd name="adj2" fmla="val 0"/>
            </a:avLst>
          </a:prstGeom>
          <a:gradFill>
            <a:gsLst>
              <a:gs pos="0">
                <a:srgbClr val="FFC629"/>
              </a:gs>
              <a:gs pos="50000">
                <a:srgbClr val="CE0E2C"/>
              </a:gs>
              <a:gs pos="10000">
                <a:srgbClr val="CE0E2C"/>
              </a:gs>
              <a:gs pos="89000">
                <a:srgbClr val="CE0E2C"/>
              </a:gs>
              <a:gs pos="100000">
                <a:srgbClr val="F6D44D"/>
              </a:gs>
            </a:gsLst>
            <a:lin ang="2700000" scaled="0"/>
          </a:gra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5500" b="1" dirty="0">
                <a:solidFill>
                  <a:schemeClr val="bg1"/>
                </a:solidFill>
                <a:latin typeface="Avenir Next LT Pro" panose="020B0504020202020204" pitchFamily="34" charset="77"/>
              </a:rPr>
              <a:t>Research Questions</a:t>
            </a:r>
          </a:p>
        </p:txBody>
      </p:sp>
      <p:sp>
        <p:nvSpPr>
          <p:cNvPr id="81" name="TextBox 80">
            <a:extLst>
              <a:ext uri="{FF2B5EF4-FFF2-40B4-BE49-F238E27FC236}">
                <a16:creationId xmlns:a16="http://schemas.microsoft.com/office/drawing/2014/main" id="{4A86B712-5681-98F9-F298-6F6EEB083316}"/>
              </a:ext>
            </a:extLst>
          </p:cNvPr>
          <p:cNvSpPr txBox="1"/>
          <p:nvPr/>
        </p:nvSpPr>
        <p:spPr>
          <a:xfrm>
            <a:off x="223580" y="7565795"/>
            <a:ext cx="10671048" cy="4194134"/>
          </a:xfrm>
          <a:prstGeom prst="rect">
            <a:avLst/>
          </a:prstGeom>
          <a:noFill/>
          <a:ln w="38100">
            <a:solidFill>
              <a:schemeClr val="tx1"/>
            </a:solidFill>
          </a:ln>
        </p:spPr>
        <p:txBody>
          <a:bodyPr wrap="square" tIns="137160" rtlCol="0">
            <a:noAutofit/>
          </a:bodyPr>
          <a:lstStyle/>
          <a:p>
            <a:pPr marL="457200" indent="-457200">
              <a:spcAft>
                <a:spcPts val="2400"/>
              </a:spcAft>
              <a:buFont typeface="Arial" panose="020B0604020202020204" pitchFamily="34" charset="0"/>
              <a:buChar char="•"/>
            </a:pPr>
            <a:r>
              <a:rPr lang="en-US" sz="3200" b="1" dirty="0">
                <a:uFill>
                  <a:solidFill>
                    <a:schemeClr val="tx1"/>
                  </a:solidFill>
                </a:uFill>
                <a:latin typeface="Avenir Next LT Pro" panose="020B0504020202020204" pitchFamily="34" charset="77"/>
              </a:rPr>
              <a:t>Classification:</a:t>
            </a:r>
            <a:r>
              <a:rPr lang="en-US" sz="3200" dirty="0">
                <a:uFill>
                  <a:solidFill>
                    <a:schemeClr val="tx1"/>
                  </a:solidFill>
                </a:uFill>
                <a:latin typeface="Avenir Next LT Pro" panose="020B0504020202020204" pitchFamily="34" charset="77"/>
              </a:rPr>
              <a:t> Can we predict if patient has a diabetes or not based on lifestyle factors like BMI, Blood Pressure, cholesterol levels… and physical activity ?</a:t>
            </a:r>
            <a:endParaRPr lang="en-US" sz="3200" b="1" dirty="0">
              <a:uFill>
                <a:solidFill>
                  <a:schemeClr val="tx1"/>
                </a:solidFill>
              </a:uFill>
              <a:latin typeface="Avenir Next LT Pro" panose="020B0504020202020204" pitchFamily="34" charset="77"/>
            </a:endParaRPr>
          </a:p>
          <a:p>
            <a:pPr marL="457200" indent="-457200">
              <a:spcAft>
                <a:spcPts val="2400"/>
              </a:spcAft>
              <a:buFont typeface="Arial" panose="020B0604020202020204" pitchFamily="34" charset="0"/>
              <a:buChar char="•"/>
            </a:pPr>
            <a:r>
              <a:rPr lang="en-US" sz="3200" b="1" dirty="0">
                <a:uFill>
                  <a:solidFill>
                    <a:schemeClr val="tx1"/>
                  </a:solidFill>
                </a:uFill>
                <a:latin typeface="Avenir Next LT Pro" panose="020B0504020202020204" pitchFamily="34" charset="77"/>
              </a:rPr>
              <a:t>Regression:</a:t>
            </a:r>
            <a:r>
              <a:rPr lang="en-US" sz="3200" dirty="0">
                <a:uFill>
                  <a:solidFill>
                    <a:schemeClr val="tx1"/>
                  </a:solidFill>
                </a:uFill>
                <a:latin typeface="Avenir Next LT Pro" panose="020B0504020202020204" pitchFamily="34" charset="77"/>
              </a:rPr>
              <a:t> </a:t>
            </a:r>
            <a:r>
              <a:rPr lang="en-US" sz="3200" dirty="0">
                <a:latin typeface="Avenir Next LT Pro" panose="020B0504020202020204" pitchFamily="34" charset="77"/>
              </a:rPr>
              <a:t>Can we predict a patient's BMI based on lifestyle factors like age, income, physical activity, general health rating, and smoking habits?</a:t>
            </a:r>
          </a:p>
          <a:p>
            <a:pPr marL="457200" indent="-457200">
              <a:spcAft>
                <a:spcPts val="2400"/>
              </a:spcAft>
              <a:buFont typeface="Arial" panose="020B0604020202020204" pitchFamily="34" charset="0"/>
              <a:buChar char="•"/>
            </a:pPr>
            <a:endParaRPr lang="en-US" sz="3200" dirty="0">
              <a:uFill>
                <a:solidFill>
                  <a:schemeClr val="tx1"/>
                </a:solidFill>
              </a:uFill>
              <a:latin typeface="Avenir Next LT Pro" panose="020B0504020202020204" pitchFamily="34" charset="77"/>
            </a:endParaRPr>
          </a:p>
        </p:txBody>
      </p:sp>
      <p:sp>
        <p:nvSpPr>
          <p:cNvPr id="90" name="Round Same Side Corner Rectangle 89">
            <a:extLst>
              <a:ext uri="{FF2B5EF4-FFF2-40B4-BE49-F238E27FC236}">
                <a16:creationId xmlns:a16="http://schemas.microsoft.com/office/drawing/2014/main" id="{60919D17-EF19-F42F-F115-0AAF047F6268}"/>
              </a:ext>
            </a:extLst>
          </p:cNvPr>
          <p:cNvSpPr/>
          <p:nvPr/>
        </p:nvSpPr>
        <p:spPr>
          <a:xfrm>
            <a:off x="22019373" y="2903271"/>
            <a:ext cx="10671048" cy="1014984"/>
          </a:xfrm>
          <a:prstGeom prst="round2SameRect">
            <a:avLst>
              <a:gd name="adj1" fmla="val 50000"/>
              <a:gd name="adj2" fmla="val 0"/>
            </a:avLst>
          </a:prstGeom>
          <a:gradFill>
            <a:gsLst>
              <a:gs pos="0">
                <a:srgbClr val="FFC629"/>
              </a:gs>
              <a:gs pos="50000">
                <a:srgbClr val="CE0E2C"/>
              </a:gs>
              <a:gs pos="10000">
                <a:srgbClr val="CE0E2C"/>
              </a:gs>
              <a:gs pos="89000">
                <a:srgbClr val="CE0E2C"/>
              </a:gs>
              <a:gs pos="100000">
                <a:srgbClr val="F6D44D"/>
              </a:gs>
            </a:gsLst>
            <a:lin ang="2700000" scaled="0"/>
          </a:gra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5500" b="1" dirty="0">
                <a:solidFill>
                  <a:schemeClr val="bg1"/>
                </a:solidFill>
                <a:latin typeface="Avenir Next LT Pro" panose="020B0504020202020204" pitchFamily="34" charset="77"/>
              </a:rPr>
              <a:t>Regression Method</a:t>
            </a:r>
          </a:p>
        </p:txBody>
      </p:sp>
      <p:sp>
        <p:nvSpPr>
          <p:cNvPr id="91" name="TextBox 90">
            <a:extLst>
              <a:ext uri="{FF2B5EF4-FFF2-40B4-BE49-F238E27FC236}">
                <a16:creationId xmlns:a16="http://schemas.microsoft.com/office/drawing/2014/main" id="{DE9D1E21-FC6E-E727-F9B9-0A30BA868989}"/>
              </a:ext>
            </a:extLst>
          </p:cNvPr>
          <p:cNvSpPr txBox="1"/>
          <p:nvPr/>
        </p:nvSpPr>
        <p:spPr>
          <a:xfrm>
            <a:off x="22019372" y="3916167"/>
            <a:ext cx="10671048" cy="4756749"/>
          </a:xfrm>
          <a:prstGeom prst="rect">
            <a:avLst/>
          </a:prstGeom>
          <a:noFill/>
          <a:ln w="38100">
            <a:solidFill>
              <a:schemeClr val="tx1"/>
            </a:solidFill>
          </a:ln>
        </p:spPr>
        <p:txBody>
          <a:bodyPr wrap="square" tIns="137160" rtlCol="0">
            <a:noAutofit/>
          </a:bodyPr>
          <a:lstStyle/>
          <a:p>
            <a:pPr marL="457200" indent="-457200">
              <a:spcAft>
                <a:spcPts val="2400"/>
              </a:spcAft>
              <a:buFont typeface="Arial" panose="020B0604020202020204" pitchFamily="34" charset="0"/>
              <a:buChar char="•"/>
            </a:pPr>
            <a:r>
              <a:rPr lang="en-US" sz="3200" dirty="0">
                <a:latin typeface="Avenir Next LT Pro" panose="020B0504020202020204" pitchFamily="34" charset="77"/>
              </a:rPr>
              <a:t>Linear Regression was established as the baseline model.</a:t>
            </a:r>
          </a:p>
          <a:p>
            <a:pPr marL="457200" indent="-457200">
              <a:spcAft>
                <a:spcPts val="2400"/>
              </a:spcAft>
              <a:buFont typeface="Arial" panose="020B0604020202020204" pitchFamily="34" charset="0"/>
              <a:buChar char="•"/>
            </a:pPr>
            <a:r>
              <a:rPr lang="en-US" sz="3200" dirty="0">
                <a:latin typeface="Avenir Next LT Pro" panose="020B0504020202020204" pitchFamily="34" charset="77"/>
              </a:rPr>
              <a:t>Deep learning models were developed using a Simple Feedforward NN (64→32→1) and a Deep FNN (256→128→64→1) incorporating Batch Normalization and Dropout layers.</a:t>
            </a:r>
          </a:p>
          <a:p>
            <a:pPr marL="457200" indent="-457200">
              <a:spcAft>
                <a:spcPts val="2400"/>
              </a:spcAft>
              <a:buFont typeface="Arial" panose="020B0604020202020204" pitchFamily="34" charset="0"/>
              <a:buChar char="•"/>
            </a:pPr>
            <a:r>
              <a:rPr lang="en-US" sz="3200" dirty="0">
                <a:latin typeface="Avenir Next LT Pro" panose="020B0504020202020204" pitchFamily="34" charset="77"/>
              </a:rPr>
              <a:t>Tuned Learning Rate, Dropout Rate, and Batch Size to minimize MAE and improve BMI prediction accuracy.</a:t>
            </a:r>
            <a:endParaRPr lang="en-US" sz="3200" dirty="0">
              <a:uFill>
                <a:solidFill>
                  <a:srgbClr val="CE202F"/>
                </a:solidFill>
              </a:uFill>
              <a:latin typeface="Avenir Next LT Pro" panose="020B0504020202020204" pitchFamily="34" charset="77"/>
            </a:endParaRPr>
          </a:p>
        </p:txBody>
      </p:sp>
      <p:sp>
        <p:nvSpPr>
          <p:cNvPr id="99" name="Round Same Side Corner Rectangle 98">
            <a:extLst>
              <a:ext uri="{FF2B5EF4-FFF2-40B4-BE49-F238E27FC236}">
                <a16:creationId xmlns:a16="http://schemas.microsoft.com/office/drawing/2014/main" id="{CD6CA5C5-4C06-CDE8-2858-E6A8E761813E}"/>
              </a:ext>
            </a:extLst>
          </p:cNvPr>
          <p:cNvSpPr/>
          <p:nvPr/>
        </p:nvSpPr>
        <p:spPr>
          <a:xfrm>
            <a:off x="11130821" y="2901183"/>
            <a:ext cx="10671048" cy="1014984"/>
          </a:xfrm>
          <a:prstGeom prst="round2SameRect">
            <a:avLst>
              <a:gd name="adj1" fmla="val 50000"/>
              <a:gd name="adj2" fmla="val 0"/>
            </a:avLst>
          </a:prstGeom>
          <a:gradFill>
            <a:gsLst>
              <a:gs pos="0">
                <a:srgbClr val="FFC629"/>
              </a:gs>
              <a:gs pos="50000">
                <a:srgbClr val="CE0E2C"/>
              </a:gs>
              <a:gs pos="10000">
                <a:srgbClr val="CE0E2C"/>
              </a:gs>
              <a:gs pos="89000">
                <a:srgbClr val="CE0E2C"/>
              </a:gs>
              <a:gs pos="100000">
                <a:srgbClr val="F6D44D"/>
              </a:gs>
            </a:gsLst>
            <a:lin ang="2700000" scaled="0"/>
          </a:gra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5500" b="1" dirty="0">
                <a:solidFill>
                  <a:schemeClr val="bg1"/>
                </a:solidFill>
                <a:latin typeface="Avenir Next LT Pro" panose="020B0504020202020204" pitchFamily="34" charset="77"/>
              </a:rPr>
              <a:t>Classification Method</a:t>
            </a:r>
          </a:p>
        </p:txBody>
      </p:sp>
      <p:sp>
        <p:nvSpPr>
          <p:cNvPr id="100" name="TextBox 99">
            <a:extLst>
              <a:ext uri="{FF2B5EF4-FFF2-40B4-BE49-F238E27FC236}">
                <a16:creationId xmlns:a16="http://schemas.microsoft.com/office/drawing/2014/main" id="{D18112BE-CC83-CA5E-2FF0-78EA4C89779B}"/>
              </a:ext>
            </a:extLst>
          </p:cNvPr>
          <p:cNvSpPr txBox="1"/>
          <p:nvPr/>
        </p:nvSpPr>
        <p:spPr>
          <a:xfrm>
            <a:off x="11130820" y="4015680"/>
            <a:ext cx="10671048" cy="5572337"/>
          </a:xfrm>
          <a:prstGeom prst="rect">
            <a:avLst/>
          </a:prstGeom>
          <a:noFill/>
          <a:ln w="38100">
            <a:solidFill>
              <a:schemeClr val="tx1"/>
            </a:solidFill>
          </a:ln>
        </p:spPr>
        <p:txBody>
          <a:bodyPr wrap="square" tIns="137160" rtlCol="0">
            <a:noAutofit/>
          </a:bodyPr>
          <a:lstStyle/>
          <a:p>
            <a:pPr marL="457200" indent="-457200">
              <a:spcAft>
                <a:spcPts val="2400"/>
              </a:spcAft>
              <a:buFont typeface="Arial" panose="020B0604020202020204" pitchFamily="34" charset="0"/>
              <a:buChar char="•"/>
            </a:pPr>
            <a:r>
              <a:rPr lang="en-US" sz="3200" dirty="0">
                <a:latin typeface="Avenir Next LT Pro" panose="020B0504020202020204" pitchFamily="34" charset="77"/>
              </a:rPr>
              <a:t>Logistic Regression was established as the baseline model.</a:t>
            </a:r>
          </a:p>
          <a:p>
            <a:pPr marL="457200" indent="-457200">
              <a:spcAft>
                <a:spcPts val="2400"/>
              </a:spcAft>
              <a:buFont typeface="Arial" panose="020B0604020202020204" pitchFamily="34" charset="0"/>
              <a:buChar char="•"/>
            </a:pPr>
            <a:r>
              <a:rPr lang="en-US" sz="3200" dirty="0">
                <a:latin typeface="Avenir Next LT Pro" panose="020B0504020202020204" pitchFamily="34" charset="77"/>
              </a:rPr>
              <a:t>Deep learning models were developed using a Simple Feedforward Neural Network (64→32→1) and a Deep FNN incorporating Batch Normalization and Dropout layers.</a:t>
            </a:r>
          </a:p>
          <a:p>
            <a:pPr marL="457200" indent="-457200">
              <a:spcAft>
                <a:spcPts val="2400"/>
              </a:spcAft>
              <a:buFont typeface="Arial" panose="020B0604020202020204" pitchFamily="34" charset="0"/>
              <a:buChar char="•"/>
            </a:pPr>
            <a:r>
              <a:rPr lang="en-US" sz="3200" dirty="0">
                <a:latin typeface="Avenir Next LT Pro" panose="020B0504020202020204" pitchFamily="34" charset="77"/>
              </a:rPr>
              <a:t>Tuned Learning Rate, Dropout Rate, and Batch Size to explicitly maximize Recall, minimizing missed diabetes diagnoses.</a:t>
            </a:r>
          </a:p>
          <a:p>
            <a:pPr marL="457200" indent="-457200">
              <a:spcAft>
                <a:spcPts val="2400"/>
              </a:spcAft>
              <a:buFont typeface="Arial" panose="020B0604020202020204" pitchFamily="34" charset="0"/>
              <a:buChar char="•"/>
            </a:pPr>
            <a:endParaRPr lang="en-US" sz="3200" dirty="0">
              <a:uFill>
                <a:solidFill>
                  <a:srgbClr val="CE202F"/>
                </a:solidFill>
              </a:uFill>
              <a:latin typeface="Avenir Next LT Pro" panose="020B0504020202020204" pitchFamily="34" charset="77"/>
            </a:endParaRPr>
          </a:p>
        </p:txBody>
      </p:sp>
      <p:sp>
        <p:nvSpPr>
          <p:cNvPr id="101" name="Round Same Side Corner Rectangle 100">
            <a:extLst>
              <a:ext uri="{FF2B5EF4-FFF2-40B4-BE49-F238E27FC236}">
                <a16:creationId xmlns:a16="http://schemas.microsoft.com/office/drawing/2014/main" id="{0DC1CDB7-ED22-C716-AE15-B3E8A9409326}"/>
              </a:ext>
            </a:extLst>
          </p:cNvPr>
          <p:cNvSpPr/>
          <p:nvPr/>
        </p:nvSpPr>
        <p:spPr>
          <a:xfrm>
            <a:off x="11130820" y="9772916"/>
            <a:ext cx="10671048" cy="1014984"/>
          </a:xfrm>
          <a:prstGeom prst="round2SameRect">
            <a:avLst>
              <a:gd name="adj1" fmla="val 50000"/>
              <a:gd name="adj2" fmla="val 0"/>
            </a:avLst>
          </a:prstGeom>
          <a:gradFill>
            <a:gsLst>
              <a:gs pos="0">
                <a:srgbClr val="FFC629"/>
              </a:gs>
              <a:gs pos="50000">
                <a:srgbClr val="CE0E2C"/>
              </a:gs>
              <a:gs pos="10000">
                <a:srgbClr val="CE0E2C"/>
              </a:gs>
              <a:gs pos="89000">
                <a:srgbClr val="CE0E2C"/>
              </a:gs>
              <a:gs pos="100000">
                <a:srgbClr val="F6D44D"/>
              </a:gs>
            </a:gsLst>
            <a:lin ang="2700000" scaled="0"/>
          </a:gra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5500" b="1" dirty="0">
                <a:solidFill>
                  <a:schemeClr val="bg1"/>
                </a:solidFill>
                <a:latin typeface="Avenir Next LT Pro" panose="020B0504020202020204" pitchFamily="34" charset="77"/>
              </a:rPr>
              <a:t>Classification Results</a:t>
            </a:r>
          </a:p>
        </p:txBody>
      </p:sp>
      <p:sp>
        <p:nvSpPr>
          <p:cNvPr id="102" name="TextBox 101">
            <a:extLst>
              <a:ext uri="{FF2B5EF4-FFF2-40B4-BE49-F238E27FC236}">
                <a16:creationId xmlns:a16="http://schemas.microsoft.com/office/drawing/2014/main" id="{623B7E0D-0EE5-5A6D-642D-0CEE8783AF62}"/>
              </a:ext>
            </a:extLst>
          </p:cNvPr>
          <p:cNvSpPr txBox="1"/>
          <p:nvPr/>
        </p:nvSpPr>
        <p:spPr>
          <a:xfrm>
            <a:off x="11123676" y="10972799"/>
            <a:ext cx="10671048" cy="10834347"/>
          </a:xfrm>
          <a:prstGeom prst="rect">
            <a:avLst/>
          </a:prstGeom>
          <a:noFill/>
          <a:ln w="38100">
            <a:solidFill>
              <a:schemeClr val="tx1"/>
            </a:solidFill>
          </a:ln>
        </p:spPr>
        <p:txBody>
          <a:bodyPr wrap="square" tIns="137160" rtlCol="0">
            <a:noAutofit/>
          </a:bodyPr>
          <a:lstStyle/>
          <a:p>
            <a:pPr marL="457200" indent="-457200">
              <a:spcAft>
                <a:spcPts val="2400"/>
              </a:spcAft>
              <a:buFont typeface="Arial" panose="020B0604020202020204" pitchFamily="34" charset="0"/>
              <a:buChar char="•"/>
            </a:pPr>
            <a:r>
              <a:rPr lang="en-US" sz="3200" dirty="0">
                <a:latin typeface="Avenir Next LT Pro" panose="020B0504020202020204" pitchFamily="34" charset="77"/>
              </a:rPr>
              <a:t>Logistic Regression achieved the highest Recall of </a:t>
            </a:r>
            <a:r>
              <a:rPr lang="en-US" sz="3200" b="1" dirty="0">
                <a:latin typeface="Avenir Next LT Pro" panose="020B0504020202020204" pitchFamily="34" charset="77"/>
              </a:rPr>
              <a:t>76.6%</a:t>
            </a:r>
            <a:r>
              <a:rPr lang="en-US" sz="3200" dirty="0">
                <a:latin typeface="Avenir Next LT Pro" panose="020B0504020202020204" pitchFamily="34" charset="77"/>
              </a:rPr>
              <a:t>, correctly identifying 3 out of 4 diabetic patients in the test set.</a:t>
            </a:r>
          </a:p>
          <a:p>
            <a:pPr marL="457200" indent="-457200">
              <a:spcAft>
                <a:spcPts val="2400"/>
              </a:spcAft>
              <a:buFont typeface="Arial" panose="020B0604020202020204" pitchFamily="34" charset="0"/>
              <a:buChar char="•"/>
            </a:pPr>
            <a:r>
              <a:rPr lang="en-US" sz="3200" dirty="0">
                <a:latin typeface="Avenir Next LT Pro" panose="020B0504020202020204" pitchFamily="34" charset="77"/>
              </a:rPr>
              <a:t>Precision of </a:t>
            </a:r>
            <a:r>
              <a:rPr lang="en-US" sz="3200" b="1" dirty="0">
                <a:latin typeface="Avenir Next LT Pro" panose="020B0504020202020204" pitchFamily="34" charset="77"/>
              </a:rPr>
              <a:t>73.5%</a:t>
            </a:r>
            <a:r>
              <a:rPr lang="en-US" sz="3200" dirty="0">
                <a:latin typeface="Avenir Next LT Pro" panose="020B0504020202020204" pitchFamily="34" charset="77"/>
              </a:rPr>
              <a:t> is an acceptable clinical trade-off, as maximizing diabetes detection was the primary goal.</a:t>
            </a:r>
          </a:p>
          <a:p>
            <a:pPr marL="457200" indent="-457200">
              <a:spcAft>
                <a:spcPts val="2400"/>
              </a:spcAft>
              <a:buFont typeface="Arial" panose="020B0604020202020204" pitchFamily="34" charset="0"/>
              <a:buChar char="•"/>
            </a:pPr>
            <a:endParaRPr lang="en-US" sz="3200" dirty="0">
              <a:uFill>
                <a:solidFill>
                  <a:srgbClr val="CE202F"/>
                </a:solidFill>
              </a:uFill>
              <a:latin typeface="Avenir Next LT Pro" panose="020B0504020202020204" pitchFamily="34" charset="77"/>
            </a:endParaRPr>
          </a:p>
          <a:p>
            <a:pPr marL="457200" indent="-457200">
              <a:spcAft>
                <a:spcPts val="2400"/>
              </a:spcAft>
              <a:buFont typeface="Arial" panose="020B0604020202020204" pitchFamily="34" charset="0"/>
              <a:buChar char="•"/>
            </a:pPr>
            <a:endParaRPr lang="en-US" sz="3200" dirty="0">
              <a:uFill>
                <a:solidFill>
                  <a:srgbClr val="CE202F"/>
                </a:solidFill>
              </a:uFill>
              <a:latin typeface="Avenir Next LT Pro" panose="020B0504020202020204" pitchFamily="34" charset="77"/>
            </a:endParaRPr>
          </a:p>
          <a:p>
            <a:pPr marL="457200" indent="-457200">
              <a:spcAft>
                <a:spcPts val="2400"/>
              </a:spcAft>
              <a:buFont typeface="Arial" panose="020B0604020202020204" pitchFamily="34" charset="0"/>
              <a:buChar char="•"/>
            </a:pPr>
            <a:endParaRPr lang="en-US" sz="3200" dirty="0">
              <a:uFill>
                <a:solidFill>
                  <a:srgbClr val="CE202F"/>
                </a:solidFill>
              </a:uFill>
              <a:latin typeface="Avenir Next LT Pro" panose="020B0504020202020204" pitchFamily="34" charset="77"/>
            </a:endParaRPr>
          </a:p>
          <a:p>
            <a:pPr marL="457200" indent="-457200">
              <a:spcAft>
                <a:spcPts val="2400"/>
              </a:spcAft>
              <a:buFont typeface="Arial" panose="020B0604020202020204" pitchFamily="34" charset="0"/>
              <a:buChar char="•"/>
            </a:pPr>
            <a:endParaRPr lang="en-US" sz="3200" dirty="0">
              <a:uFill>
                <a:solidFill>
                  <a:srgbClr val="CE202F"/>
                </a:solidFill>
              </a:uFill>
              <a:latin typeface="Avenir Next LT Pro" panose="020B0504020202020204" pitchFamily="34" charset="77"/>
            </a:endParaRPr>
          </a:p>
          <a:p>
            <a:pPr marL="457200" indent="-457200">
              <a:spcAft>
                <a:spcPts val="2400"/>
              </a:spcAft>
              <a:buFont typeface="Arial" panose="020B0604020202020204" pitchFamily="34" charset="0"/>
              <a:buChar char="•"/>
            </a:pPr>
            <a:endParaRPr lang="en-US" sz="3200" dirty="0">
              <a:uFill>
                <a:solidFill>
                  <a:srgbClr val="CE202F"/>
                </a:solidFill>
              </a:uFill>
              <a:latin typeface="Avenir Next LT Pro" panose="020B0504020202020204" pitchFamily="34" charset="77"/>
            </a:endParaRPr>
          </a:p>
        </p:txBody>
      </p:sp>
      <p:sp>
        <p:nvSpPr>
          <p:cNvPr id="106" name="Round Same Side Corner Rectangle 105">
            <a:extLst>
              <a:ext uri="{FF2B5EF4-FFF2-40B4-BE49-F238E27FC236}">
                <a16:creationId xmlns:a16="http://schemas.microsoft.com/office/drawing/2014/main" id="{0F78FE53-354A-9118-8670-05ACD129999F}"/>
              </a:ext>
            </a:extLst>
          </p:cNvPr>
          <p:cNvSpPr/>
          <p:nvPr/>
        </p:nvSpPr>
        <p:spPr>
          <a:xfrm>
            <a:off x="22007886" y="9259687"/>
            <a:ext cx="10671048" cy="1014984"/>
          </a:xfrm>
          <a:prstGeom prst="round2SameRect">
            <a:avLst>
              <a:gd name="adj1" fmla="val 50000"/>
              <a:gd name="adj2" fmla="val 0"/>
            </a:avLst>
          </a:prstGeom>
          <a:gradFill>
            <a:gsLst>
              <a:gs pos="0">
                <a:srgbClr val="FFC629"/>
              </a:gs>
              <a:gs pos="50000">
                <a:srgbClr val="CE0E2C"/>
              </a:gs>
              <a:gs pos="10000">
                <a:srgbClr val="CE0E2C"/>
              </a:gs>
              <a:gs pos="89000">
                <a:srgbClr val="CE0E2C"/>
              </a:gs>
              <a:gs pos="100000">
                <a:srgbClr val="F6D44D"/>
              </a:gs>
            </a:gsLst>
            <a:lin ang="2700000" scaled="0"/>
          </a:gra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5500" b="1" dirty="0">
                <a:solidFill>
                  <a:schemeClr val="bg1"/>
                </a:solidFill>
                <a:latin typeface="Avenir Next LT Pro" panose="020B0504020202020204" pitchFamily="34" charset="77"/>
              </a:rPr>
              <a:t>Regression Results</a:t>
            </a:r>
          </a:p>
        </p:txBody>
      </p:sp>
      <p:sp>
        <p:nvSpPr>
          <p:cNvPr id="107" name="TextBox 106">
            <a:extLst>
              <a:ext uri="{FF2B5EF4-FFF2-40B4-BE49-F238E27FC236}">
                <a16:creationId xmlns:a16="http://schemas.microsoft.com/office/drawing/2014/main" id="{16BCE117-2D43-DE15-68FA-51A6C8F9AD47}"/>
              </a:ext>
            </a:extLst>
          </p:cNvPr>
          <p:cNvSpPr txBox="1"/>
          <p:nvPr/>
        </p:nvSpPr>
        <p:spPr>
          <a:xfrm>
            <a:off x="22019372" y="10456296"/>
            <a:ext cx="10671048" cy="7573135"/>
          </a:xfrm>
          <a:prstGeom prst="rect">
            <a:avLst/>
          </a:prstGeom>
          <a:noFill/>
          <a:ln w="38100">
            <a:solidFill>
              <a:schemeClr val="tx1"/>
            </a:solidFill>
          </a:ln>
        </p:spPr>
        <p:txBody>
          <a:bodyPr wrap="square" tIns="137160" rtlCol="0">
            <a:noAutofit/>
          </a:bodyPr>
          <a:lstStyle/>
          <a:p>
            <a:pPr marL="457200" indent="-457200">
              <a:spcAft>
                <a:spcPts val="2400"/>
              </a:spcAft>
              <a:buFont typeface="Arial" panose="020B0604020202020204" pitchFamily="34" charset="0"/>
              <a:buChar char="•"/>
            </a:pPr>
            <a:r>
              <a:rPr lang="en-US" sz="3200" dirty="0">
                <a:latin typeface="Avenir Next LT Pro" panose="020B0504020202020204" pitchFamily="34" charset="77"/>
              </a:rPr>
              <a:t>Deep NN achieved the best MAE of </a:t>
            </a:r>
            <a:r>
              <a:rPr lang="en-US" sz="3200" b="1" dirty="0">
                <a:latin typeface="Avenir Next LT Pro" panose="020B0504020202020204" pitchFamily="34" charset="77"/>
              </a:rPr>
              <a:t>4.2255</a:t>
            </a:r>
            <a:r>
              <a:rPr lang="en-US" sz="3200" dirty="0">
                <a:latin typeface="Avenir Next LT Pro" panose="020B0504020202020204" pitchFamily="34" charset="77"/>
              </a:rPr>
              <a:t> while Simple NN achieved the best R² of </a:t>
            </a:r>
            <a:r>
              <a:rPr lang="en-US" sz="3200" b="1" dirty="0">
                <a:latin typeface="Avenir Next LT Pro" panose="020B0504020202020204" pitchFamily="34" charset="77"/>
              </a:rPr>
              <a:t>0.1599</a:t>
            </a:r>
            <a:r>
              <a:rPr lang="en-US" sz="3200" dirty="0">
                <a:latin typeface="Avenir Next LT Pro" panose="020B0504020202020204" pitchFamily="34" charset="77"/>
              </a:rPr>
              <a:t>, both outperforming the Linear Regression baseline.</a:t>
            </a:r>
          </a:p>
          <a:p>
            <a:pPr marL="457200" indent="-457200">
              <a:spcAft>
                <a:spcPts val="2400"/>
              </a:spcAft>
              <a:buFont typeface="Arial" panose="020B0604020202020204" pitchFamily="34" charset="0"/>
              <a:buChar char="•"/>
            </a:pPr>
            <a:r>
              <a:rPr lang="en-US" sz="3200" dirty="0">
                <a:latin typeface="Avenir Next LT Pro" panose="020B0504020202020204" pitchFamily="34" charset="77"/>
              </a:rPr>
              <a:t>All models clustered predictions around the population mean BMI (~28-30), reflecting a data ceiling caused by the binary nature of input features.</a:t>
            </a:r>
          </a:p>
        </p:txBody>
      </p:sp>
      <p:sp>
        <p:nvSpPr>
          <p:cNvPr id="109" name="Round Same Side Corner Rectangle 108">
            <a:extLst>
              <a:ext uri="{FF2B5EF4-FFF2-40B4-BE49-F238E27FC236}">
                <a16:creationId xmlns:a16="http://schemas.microsoft.com/office/drawing/2014/main" id="{84A24890-F1B7-F910-9EB4-3C420647C85C}"/>
              </a:ext>
            </a:extLst>
          </p:cNvPr>
          <p:cNvSpPr/>
          <p:nvPr/>
        </p:nvSpPr>
        <p:spPr>
          <a:xfrm>
            <a:off x="213694" y="16434789"/>
            <a:ext cx="10671048" cy="1014984"/>
          </a:xfrm>
          <a:prstGeom prst="round2SameRect">
            <a:avLst>
              <a:gd name="adj1" fmla="val 50000"/>
              <a:gd name="adj2" fmla="val 0"/>
            </a:avLst>
          </a:prstGeom>
          <a:gradFill>
            <a:gsLst>
              <a:gs pos="0">
                <a:srgbClr val="FFC629"/>
              </a:gs>
              <a:gs pos="50000">
                <a:srgbClr val="CE0E2C"/>
              </a:gs>
              <a:gs pos="10000">
                <a:srgbClr val="CE0E2C"/>
              </a:gs>
              <a:gs pos="89000">
                <a:srgbClr val="CE0E2C"/>
              </a:gs>
              <a:gs pos="100000">
                <a:srgbClr val="F6D44D"/>
              </a:gs>
            </a:gsLst>
            <a:lin ang="2700000" scaled="0"/>
          </a:gra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5500" b="1" dirty="0">
                <a:solidFill>
                  <a:schemeClr val="bg1"/>
                </a:solidFill>
                <a:latin typeface="Avenir Next LT Pro" panose="020B0504020202020204" pitchFamily="34" charset="77"/>
              </a:rPr>
              <a:t>Data Preparation</a:t>
            </a:r>
          </a:p>
        </p:txBody>
      </p:sp>
      <p:sp>
        <p:nvSpPr>
          <p:cNvPr id="113" name="TextBox 112">
            <a:extLst>
              <a:ext uri="{FF2B5EF4-FFF2-40B4-BE49-F238E27FC236}">
                <a16:creationId xmlns:a16="http://schemas.microsoft.com/office/drawing/2014/main" id="{9A25ACCD-D866-8B89-7FED-6F58DBC93114}"/>
              </a:ext>
            </a:extLst>
          </p:cNvPr>
          <p:cNvSpPr txBox="1"/>
          <p:nvPr/>
        </p:nvSpPr>
        <p:spPr>
          <a:xfrm>
            <a:off x="213694" y="17844123"/>
            <a:ext cx="10663904" cy="3870184"/>
          </a:xfrm>
          <a:prstGeom prst="rect">
            <a:avLst/>
          </a:prstGeom>
          <a:noFill/>
          <a:ln w="38100">
            <a:solidFill>
              <a:schemeClr val="tx1"/>
            </a:solidFill>
          </a:ln>
        </p:spPr>
        <p:txBody>
          <a:bodyPr wrap="square" tIns="137160" rtlCol="0">
            <a:noAutofit/>
          </a:bodyPr>
          <a:lstStyle/>
          <a:p>
            <a:pPr marL="457200" indent="-457200">
              <a:spcAft>
                <a:spcPts val="2400"/>
              </a:spcAft>
              <a:buFont typeface="Arial" panose="020B0604020202020204" pitchFamily="34" charset="0"/>
              <a:buChar char="•"/>
            </a:pPr>
            <a:r>
              <a:rPr lang="en-US" sz="3200" dirty="0">
                <a:latin typeface="Avenir Next LT Pro" panose="020B0504020202020204" pitchFamily="34" charset="77"/>
              </a:rPr>
              <a:t>Classification: Applied random </a:t>
            </a:r>
            <a:r>
              <a:rPr lang="en-US" sz="3200" dirty="0" err="1">
                <a:latin typeface="Avenir Next LT Pro" panose="020B0504020202020204" pitchFamily="34" charset="77"/>
              </a:rPr>
              <a:t>undersampling</a:t>
            </a:r>
            <a:r>
              <a:rPr lang="en-US" sz="3200" dirty="0">
                <a:latin typeface="Avenir Next LT Pro" panose="020B0504020202020204" pitchFamily="34" charset="77"/>
              </a:rPr>
              <a:t> to balance classes (35,346 diabetic vs 35,346 non-diabetic). </a:t>
            </a:r>
            <a:r>
              <a:rPr lang="en-US" sz="3200" dirty="0" err="1">
                <a:latin typeface="Avenir Next LT Pro" panose="020B0504020202020204" pitchFamily="34" charset="77"/>
              </a:rPr>
              <a:t>StandardScaler</a:t>
            </a:r>
            <a:r>
              <a:rPr lang="en-US" sz="3200" dirty="0">
                <a:latin typeface="Avenir Next LT Pro" panose="020B0504020202020204" pitchFamily="34" charset="77"/>
              </a:rPr>
              <a:t> applied. 80/20 stratified split.</a:t>
            </a:r>
          </a:p>
          <a:p>
            <a:pPr marL="457200" indent="-457200">
              <a:spcAft>
                <a:spcPts val="2400"/>
              </a:spcAft>
              <a:buFont typeface="Arial" panose="020B0604020202020204" pitchFamily="34" charset="0"/>
              <a:buChar char="•"/>
            </a:pPr>
            <a:r>
              <a:rPr lang="en-US" sz="3200" dirty="0">
                <a:latin typeface="Avenir Next LT Pro" panose="020B0504020202020204" pitchFamily="34" charset="77"/>
              </a:rPr>
              <a:t>Regression: Used full dataset (253,680 rows). </a:t>
            </a:r>
            <a:r>
              <a:rPr lang="en-US" sz="3200" dirty="0" err="1">
                <a:latin typeface="Avenir Next LT Pro" panose="020B0504020202020204" pitchFamily="34" charset="77"/>
              </a:rPr>
              <a:t>StandardScaler</a:t>
            </a:r>
            <a:r>
              <a:rPr lang="en-US" sz="3200" dirty="0">
                <a:latin typeface="Avenir Next LT Pro" panose="020B0504020202020204" pitchFamily="34" charset="77"/>
              </a:rPr>
              <a:t> applied. 80/20 split.</a:t>
            </a:r>
          </a:p>
          <a:p>
            <a:pPr>
              <a:spcAft>
                <a:spcPts val="2400"/>
              </a:spcAft>
            </a:pPr>
            <a:endParaRPr lang="en-US" sz="3200" dirty="0">
              <a:uFill>
                <a:solidFill>
                  <a:srgbClr val="CE202F"/>
                </a:solidFill>
              </a:uFill>
              <a:latin typeface="Avenir Next LT Pro" panose="020B0504020202020204" pitchFamily="34" charset="77"/>
            </a:endParaRPr>
          </a:p>
        </p:txBody>
      </p:sp>
      <p:sp>
        <p:nvSpPr>
          <p:cNvPr id="51" name="Round Same Side Corner Rectangle 50">
            <a:extLst>
              <a:ext uri="{FF2B5EF4-FFF2-40B4-BE49-F238E27FC236}">
                <a16:creationId xmlns:a16="http://schemas.microsoft.com/office/drawing/2014/main" id="{24B2787D-E470-0B3F-0C2F-C10212F4EFE9}"/>
              </a:ext>
            </a:extLst>
          </p:cNvPr>
          <p:cNvSpPr/>
          <p:nvPr/>
        </p:nvSpPr>
        <p:spPr>
          <a:xfrm>
            <a:off x="22007886" y="18240110"/>
            <a:ext cx="10671048" cy="1014984"/>
          </a:xfrm>
          <a:prstGeom prst="round2SameRect">
            <a:avLst>
              <a:gd name="adj1" fmla="val 50000"/>
              <a:gd name="adj2" fmla="val 0"/>
            </a:avLst>
          </a:prstGeom>
          <a:gradFill>
            <a:gsLst>
              <a:gs pos="0">
                <a:srgbClr val="FFC629"/>
              </a:gs>
              <a:gs pos="50000">
                <a:srgbClr val="CE0E2C"/>
              </a:gs>
              <a:gs pos="10000">
                <a:srgbClr val="CE0E2C"/>
              </a:gs>
              <a:gs pos="89000">
                <a:srgbClr val="CE0E2C"/>
              </a:gs>
              <a:gs pos="100000">
                <a:srgbClr val="F6D44D"/>
              </a:gs>
            </a:gsLst>
            <a:lin ang="2700000" scaled="0"/>
          </a:gra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5500" b="1" dirty="0">
                <a:solidFill>
                  <a:schemeClr val="bg1"/>
                </a:solidFill>
                <a:latin typeface="Avenir Next LT Pro" panose="020B0504020202020204" pitchFamily="34" charset="77"/>
              </a:rPr>
              <a:t>Future Work</a:t>
            </a:r>
          </a:p>
        </p:txBody>
      </p:sp>
      <p:sp>
        <p:nvSpPr>
          <p:cNvPr id="114" name="TextBox 113">
            <a:extLst>
              <a:ext uri="{FF2B5EF4-FFF2-40B4-BE49-F238E27FC236}">
                <a16:creationId xmlns:a16="http://schemas.microsoft.com/office/drawing/2014/main" id="{88111FD2-9F9F-A6B1-42E3-6AEE9708D9DE}"/>
              </a:ext>
            </a:extLst>
          </p:cNvPr>
          <p:cNvSpPr txBox="1"/>
          <p:nvPr/>
        </p:nvSpPr>
        <p:spPr>
          <a:xfrm>
            <a:off x="22011812" y="19255094"/>
            <a:ext cx="10685751" cy="2561186"/>
          </a:xfrm>
          <a:prstGeom prst="rect">
            <a:avLst/>
          </a:prstGeom>
          <a:noFill/>
          <a:ln w="38100">
            <a:solidFill>
              <a:schemeClr val="tx1"/>
            </a:solidFill>
          </a:ln>
        </p:spPr>
        <p:txBody>
          <a:bodyPr wrap="square" tIns="137160" rtlCol="0">
            <a:noAutofit/>
          </a:bodyPr>
          <a:lstStyle/>
          <a:p>
            <a:pPr marL="457200" indent="-457200">
              <a:spcAft>
                <a:spcPts val="2400"/>
              </a:spcAft>
              <a:buFont typeface="Arial" panose="020B0604020202020204" pitchFamily="34" charset="0"/>
              <a:buChar char="•"/>
            </a:pPr>
            <a:r>
              <a:rPr lang="en-US" sz="3200" dirty="0">
                <a:latin typeface="Avenir Next LT Pro" panose="020B0504020202020204" pitchFamily="34" charset="77"/>
              </a:rPr>
              <a:t>Future studies will include using SMOTE oversampling for better diabetes recall as well as acquiring better continuous attributes such as caloric consumption and physical exercise hours to surpass the BMI prediction limitation of R² ~0.16.</a:t>
            </a:r>
          </a:p>
        </p:txBody>
      </p:sp>
      <p:sp>
        <p:nvSpPr>
          <p:cNvPr id="3" name="TextBox 2">
            <a:extLst>
              <a:ext uri="{FF2B5EF4-FFF2-40B4-BE49-F238E27FC236}">
                <a16:creationId xmlns:a16="http://schemas.microsoft.com/office/drawing/2014/main" id="{E18CBA09-C57C-C45E-6D5B-42229158CC24}"/>
              </a:ext>
            </a:extLst>
          </p:cNvPr>
          <p:cNvSpPr txBox="1"/>
          <p:nvPr/>
        </p:nvSpPr>
        <p:spPr>
          <a:xfrm>
            <a:off x="233636" y="13292919"/>
            <a:ext cx="10671048" cy="2954056"/>
          </a:xfrm>
          <a:prstGeom prst="rect">
            <a:avLst/>
          </a:prstGeom>
          <a:noFill/>
          <a:ln w="38100">
            <a:solidFill>
              <a:schemeClr val="tx1"/>
            </a:solidFill>
          </a:ln>
        </p:spPr>
        <p:txBody>
          <a:bodyPr wrap="square" tIns="137160" rtlCol="0">
            <a:noAutofit/>
          </a:bodyPr>
          <a:lstStyle/>
          <a:p>
            <a:pPr marL="457200" indent="-457200">
              <a:spcAft>
                <a:spcPts val="2400"/>
              </a:spcAft>
              <a:buFont typeface="Arial" panose="020B0604020202020204" pitchFamily="34" charset="0"/>
              <a:buChar char="•"/>
            </a:pPr>
            <a:r>
              <a:rPr lang="en-US" sz="3200" b="1" dirty="0">
                <a:latin typeface="Avenir Next LT Pro" panose="020B0504020202020204" pitchFamily="34" charset="77"/>
              </a:rPr>
              <a:t>Single Dataset : </a:t>
            </a:r>
            <a:r>
              <a:rPr lang="en-US" sz="3200" dirty="0">
                <a:latin typeface="Avenir Next LT Pro" panose="020B0504020202020204" pitchFamily="34" charset="77"/>
              </a:rPr>
              <a:t>CDC Diabetes Health Indicators (UCI ML Repository) , 253,680 instances, 22 features, No missing values, Binary, categorical, and ordinal features</a:t>
            </a:r>
            <a:endParaRPr lang="en-US" sz="3200" b="1" dirty="0">
              <a:latin typeface="Avenir Next LT Pro" panose="020B0504020202020204" pitchFamily="34" charset="77"/>
            </a:endParaRPr>
          </a:p>
        </p:txBody>
      </p:sp>
      <p:graphicFrame>
        <p:nvGraphicFramePr>
          <p:cNvPr id="9" name="Table 8">
            <a:extLst>
              <a:ext uri="{FF2B5EF4-FFF2-40B4-BE49-F238E27FC236}">
                <a16:creationId xmlns:a16="http://schemas.microsoft.com/office/drawing/2014/main" id="{BA124F58-3126-00A8-F135-1739C1B1B2A9}"/>
              </a:ext>
            </a:extLst>
          </p:cNvPr>
          <p:cNvGraphicFramePr>
            <a:graphicFrameLocks noGrp="1"/>
          </p:cNvGraphicFramePr>
          <p:nvPr>
            <p:extLst>
              <p:ext uri="{D42A27DB-BD31-4B8C-83A1-F6EECF244321}">
                <p14:modId xmlns:p14="http://schemas.microsoft.com/office/powerpoint/2010/main" val="466462106"/>
              </p:ext>
            </p:extLst>
          </p:nvPr>
        </p:nvGraphicFramePr>
        <p:xfrm>
          <a:off x="11585941" y="14581606"/>
          <a:ext cx="9648458" cy="2537994"/>
        </p:xfrm>
        <a:graphic>
          <a:graphicData uri="http://schemas.openxmlformats.org/drawingml/2006/table">
            <a:tbl>
              <a:tblPr firstRow="1" bandRow="1">
                <a:tableStyleId>{5940675A-B579-460E-94D1-54222C63F5DA}</a:tableStyleId>
              </a:tblPr>
              <a:tblGrid>
                <a:gridCol w="4135897">
                  <a:extLst>
                    <a:ext uri="{9D8B030D-6E8A-4147-A177-3AD203B41FA5}">
                      <a16:colId xmlns:a16="http://schemas.microsoft.com/office/drawing/2014/main" val="2460529345"/>
                    </a:ext>
                  </a:extLst>
                </a:gridCol>
                <a:gridCol w="2576330">
                  <a:extLst>
                    <a:ext uri="{9D8B030D-6E8A-4147-A177-3AD203B41FA5}">
                      <a16:colId xmlns:a16="http://schemas.microsoft.com/office/drawing/2014/main" val="1825183631"/>
                    </a:ext>
                  </a:extLst>
                </a:gridCol>
                <a:gridCol w="2936231">
                  <a:extLst>
                    <a:ext uri="{9D8B030D-6E8A-4147-A177-3AD203B41FA5}">
                      <a16:colId xmlns:a16="http://schemas.microsoft.com/office/drawing/2014/main" val="2011691877"/>
                    </a:ext>
                  </a:extLst>
                </a:gridCol>
              </a:tblGrid>
              <a:tr h="709767">
                <a:tc>
                  <a:txBody>
                    <a:bodyPr/>
                    <a:lstStyle/>
                    <a:p>
                      <a:pPr algn="ctr"/>
                      <a:r>
                        <a:rPr lang="en-US" sz="3200" b="1" dirty="0">
                          <a:solidFill>
                            <a:schemeClr val="bg1"/>
                          </a:solidFill>
                          <a:latin typeface="Avenir Next LT Pro" panose="020B0504020202020204" pitchFamily="34" charset="77"/>
                        </a:rPr>
                        <a:t>Model</a:t>
                      </a:r>
                    </a:p>
                  </a:txBody>
                  <a:tcPr>
                    <a:solidFill>
                      <a:schemeClr val="tx1"/>
                    </a:solidFill>
                  </a:tcPr>
                </a:tc>
                <a:tc>
                  <a:txBody>
                    <a:bodyPr/>
                    <a:lstStyle/>
                    <a:p>
                      <a:pPr algn="ctr"/>
                      <a:r>
                        <a:rPr lang="en-US" sz="3200" b="1" dirty="0">
                          <a:solidFill>
                            <a:schemeClr val="bg1"/>
                          </a:solidFill>
                          <a:latin typeface="Avenir Next LT Pro" panose="020B0504020202020204" pitchFamily="34" charset="77"/>
                        </a:rPr>
                        <a:t>Recall</a:t>
                      </a:r>
                    </a:p>
                  </a:txBody>
                  <a:tcPr>
                    <a:solidFill>
                      <a:schemeClr val="tx1"/>
                    </a:solidFill>
                  </a:tcPr>
                </a:tc>
                <a:tc>
                  <a:txBody>
                    <a:bodyPr/>
                    <a:lstStyle/>
                    <a:p>
                      <a:pPr algn="ctr"/>
                      <a:r>
                        <a:rPr lang="en-US" sz="3200" b="1" dirty="0">
                          <a:solidFill>
                            <a:schemeClr val="bg1"/>
                          </a:solidFill>
                          <a:latin typeface="Avenir Next LT Pro" panose="020B0504020202020204" pitchFamily="34" charset="77"/>
                        </a:rPr>
                        <a:t>F1 Score</a:t>
                      </a:r>
                    </a:p>
                  </a:txBody>
                  <a:tcPr>
                    <a:solidFill>
                      <a:schemeClr val="tx1"/>
                    </a:solidFill>
                  </a:tcPr>
                </a:tc>
                <a:extLst>
                  <a:ext uri="{0D108BD9-81ED-4DB2-BD59-A6C34878D82A}">
                    <a16:rowId xmlns:a16="http://schemas.microsoft.com/office/drawing/2014/main" val="4258573299"/>
                  </a:ext>
                </a:extLst>
              </a:tr>
              <a:tr h="609409">
                <a:tc>
                  <a:txBody>
                    <a:bodyPr/>
                    <a:lstStyle/>
                    <a:p>
                      <a:pPr algn="l"/>
                      <a:r>
                        <a:rPr lang="en-US" sz="3200" dirty="0">
                          <a:latin typeface="Avenir Next LT Pro" panose="020B0504020202020204" pitchFamily="34" charset="77"/>
                        </a:rPr>
                        <a:t>Logistic Regression</a:t>
                      </a:r>
                    </a:p>
                  </a:txBody>
                  <a:tcPr/>
                </a:tc>
                <a:tc>
                  <a:txBody>
                    <a:bodyPr/>
                    <a:lstStyle/>
                    <a:p>
                      <a:pPr algn="ctr"/>
                      <a:r>
                        <a:rPr lang="en-US" sz="3200" dirty="0">
                          <a:latin typeface="Avenir Next LT Pro" panose="020B0504020202020204" pitchFamily="34" charset="77"/>
                        </a:rPr>
                        <a:t>0.766</a:t>
                      </a:r>
                    </a:p>
                  </a:txBody>
                  <a:tcPr/>
                </a:tc>
                <a:tc>
                  <a:txBody>
                    <a:bodyPr/>
                    <a:lstStyle/>
                    <a:p>
                      <a:pPr algn="ctr"/>
                      <a:r>
                        <a:rPr lang="en-US" sz="3200" dirty="0">
                          <a:latin typeface="Avenir Next LT Pro" panose="020B0504020202020204" pitchFamily="34" charset="77"/>
                        </a:rPr>
                        <a:t>0.750</a:t>
                      </a:r>
                    </a:p>
                  </a:txBody>
                  <a:tcPr/>
                </a:tc>
                <a:extLst>
                  <a:ext uri="{0D108BD9-81ED-4DB2-BD59-A6C34878D82A}">
                    <a16:rowId xmlns:a16="http://schemas.microsoft.com/office/drawing/2014/main" val="1210493201"/>
                  </a:ext>
                </a:extLst>
              </a:tr>
              <a:tr h="609409">
                <a:tc>
                  <a:txBody>
                    <a:bodyPr/>
                    <a:lstStyle/>
                    <a:p>
                      <a:pPr algn="l"/>
                      <a:r>
                        <a:rPr lang="en-US" sz="3200" dirty="0">
                          <a:latin typeface="Avenir Next LT Pro" panose="020B0504020202020204" pitchFamily="34" charset="77"/>
                        </a:rPr>
                        <a:t>Simple NN</a:t>
                      </a:r>
                    </a:p>
                  </a:txBody>
                  <a:tcPr/>
                </a:tc>
                <a:tc>
                  <a:txBody>
                    <a:bodyPr/>
                    <a:lstStyle/>
                    <a:p>
                      <a:pPr algn="ctr"/>
                      <a:r>
                        <a:rPr lang="en-US" sz="3200" dirty="0">
                          <a:latin typeface="Avenir Next LT Pro" panose="020B0504020202020204" pitchFamily="34" charset="77"/>
                        </a:rPr>
                        <a:t>0.638</a:t>
                      </a:r>
                    </a:p>
                  </a:txBody>
                  <a:tcPr/>
                </a:tc>
                <a:tc>
                  <a:txBody>
                    <a:bodyPr/>
                    <a:lstStyle/>
                    <a:p>
                      <a:pPr algn="ctr"/>
                      <a:r>
                        <a:rPr lang="en-US" sz="3200" dirty="0">
                          <a:latin typeface="Avenir Next LT Pro" panose="020B0504020202020204" pitchFamily="34" charset="77"/>
                        </a:rPr>
                        <a:t>0.702</a:t>
                      </a:r>
                    </a:p>
                  </a:txBody>
                  <a:tcPr/>
                </a:tc>
                <a:extLst>
                  <a:ext uri="{0D108BD9-81ED-4DB2-BD59-A6C34878D82A}">
                    <a16:rowId xmlns:a16="http://schemas.microsoft.com/office/drawing/2014/main" val="2062799336"/>
                  </a:ext>
                </a:extLst>
              </a:tr>
              <a:tr h="609409">
                <a:tc>
                  <a:txBody>
                    <a:bodyPr/>
                    <a:lstStyle/>
                    <a:p>
                      <a:pPr algn="l"/>
                      <a:r>
                        <a:rPr lang="en-US" sz="3200" dirty="0">
                          <a:latin typeface="Avenir Next LT Pro" panose="020B0504020202020204" pitchFamily="34" charset="77"/>
                        </a:rPr>
                        <a:t>Deep NN</a:t>
                      </a:r>
                    </a:p>
                  </a:txBody>
                  <a:tcPr/>
                </a:tc>
                <a:tc>
                  <a:txBody>
                    <a:bodyPr/>
                    <a:lstStyle/>
                    <a:p>
                      <a:pPr algn="ctr"/>
                      <a:r>
                        <a:rPr lang="en-US" sz="3200" dirty="0">
                          <a:latin typeface="Avenir Next LT Pro" panose="020B0504020202020204" pitchFamily="34" charset="77"/>
                        </a:rPr>
                        <a:t>0.687</a:t>
                      </a:r>
                    </a:p>
                  </a:txBody>
                  <a:tcPr/>
                </a:tc>
                <a:tc>
                  <a:txBody>
                    <a:bodyPr/>
                    <a:lstStyle/>
                    <a:p>
                      <a:pPr algn="ctr"/>
                      <a:r>
                        <a:rPr lang="en-US" sz="3200" dirty="0">
                          <a:latin typeface="Avenir Next LT Pro" panose="020B0504020202020204" pitchFamily="34" charset="77"/>
                        </a:rPr>
                        <a:t>0.724</a:t>
                      </a:r>
                    </a:p>
                  </a:txBody>
                  <a:tcPr/>
                </a:tc>
                <a:extLst>
                  <a:ext uri="{0D108BD9-81ED-4DB2-BD59-A6C34878D82A}">
                    <a16:rowId xmlns:a16="http://schemas.microsoft.com/office/drawing/2014/main" val="231789188"/>
                  </a:ext>
                </a:extLst>
              </a:tr>
            </a:tbl>
          </a:graphicData>
        </a:graphic>
      </p:graphicFrame>
      <p:graphicFrame>
        <p:nvGraphicFramePr>
          <p:cNvPr id="13" name="Table 12">
            <a:extLst>
              <a:ext uri="{FF2B5EF4-FFF2-40B4-BE49-F238E27FC236}">
                <a16:creationId xmlns:a16="http://schemas.microsoft.com/office/drawing/2014/main" id="{EF9ECA86-5DBC-6715-0F2C-3BDE50FBD7EF}"/>
              </a:ext>
            </a:extLst>
          </p:cNvPr>
          <p:cNvGraphicFramePr>
            <a:graphicFrameLocks noGrp="1"/>
          </p:cNvGraphicFramePr>
          <p:nvPr>
            <p:extLst>
              <p:ext uri="{D42A27DB-BD31-4B8C-83A1-F6EECF244321}">
                <p14:modId xmlns:p14="http://schemas.microsoft.com/office/powerpoint/2010/main" val="268988297"/>
              </p:ext>
            </p:extLst>
          </p:nvPr>
        </p:nvGraphicFramePr>
        <p:xfrm>
          <a:off x="27445425" y="16039419"/>
          <a:ext cx="5064441" cy="1879588"/>
        </p:xfrm>
        <a:graphic>
          <a:graphicData uri="http://schemas.openxmlformats.org/drawingml/2006/table">
            <a:tbl>
              <a:tblPr firstRow="1" bandRow="1">
                <a:tableStyleId>{5940675A-B579-460E-94D1-54222C63F5DA}</a:tableStyleId>
              </a:tblPr>
              <a:tblGrid>
                <a:gridCol w="1606540">
                  <a:extLst>
                    <a:ext uri="{9D8B030D-6E8A-4147-A177-3AD203B41FA5}">
                      <a16:colId xmlns:a16="http://schemas.microsoft.com/office/drawing/2014/main" val="2460529345"/>
                    </a:ext>
                  </a:extLst>
                </a:gridCol>
                <a:gridCol w="1769754">
                  <a:extLst>
                    <a:ext uri="{9D8B030D-6E8A-4147-A177-3AD203B41FA5}">
                      <a16:colId xmlns:a16="http://schemas.microsoft.com/office/drawing/2014/main" val="1825183631"/>
                    </a:ext>
                  </a:extLst>
                </a:gridCol>
                <a:gridCol w="1688147">
                  <a:extLst>
                    <a:ext uri="{9D8B030D-6E8A-4147-A177-3AD203B41FA5}">
                      <a16:colId xmlns:a16="http://schemas.microsoft.com/office/drawing/2014/main" val="2011691877"/>
                    </a:ext>
                  </a:extLst>
                </a:gridCol>
              </a:tblGrid>
              <a:tr h="469897">
                <a:tc>
                  <a:txBody>
                    <a:bodyPr/>
                    <a:lstStyle/>
                    <a:p>
                      <a:pPr algn="ctr"/>
                      <a:r>
                        <a:rPr lang="en-US" sz="2400" b="1" dirty="0">
                          <a:solidFill>
                            <a:schemeClr val="bg1"/>
                          </a:solidFill>
                          <a:latin typeface="Avenir Next LT Pro" panose="020B0504020202020204" pitchFamily="34" charset="77"/>
                        </a:rPr>
                        <a:t>Model</a:t>
                      </a:r>
                    </a:p>
                  </a:txBody>
                  <a:tcPr>
                    <a:solidFill>
                      <a:schemeClr val="tx1"/>
                    </a:solidFill>
                  </a:tcPr>
                </a:tc>
                <a:tc>
                  <a:txBody>
                    <a:bodyPr/>
                    <a:lstStyle/>
                    <a:p>
                      <a:pPr algn="ctr"/>
                      <a:r>
                        <a:rPr lang="en-US" sz="2400" b="1" dirty="0">
                          <a:solidFill>
                            <a:schemeClr val="bg1"/>
                          </a:solidFill>
                          <a:latin typeface="Avenir Next LT Pro" panose="020B0504020202020204" pitchFamily="34" charset="77"/>
                        </a:rPr>
                        <a:t>MAE </a:t>
                      </a:r>
                    </a:p>
                  </a:txBody>
                  <a:tcPr>
                    <a:solidFill>
                      <a:schemeClr val="tx1"/>
                    </a:solidFill>
                  </a:tcPr>
                </a:tc>
                <a:tc>
                  <a:txBody>
                    <a:bodyPr/>
                    <a:lstStyle/>
                    <a:p>
                      <a:pPr algn="ctr"/>
                      <a:r>
                        <a:rPr lang="en-US" sz="2400" b="1" dirty="0">
                          <a:solidFill>
                            <a:schemeClr val="bg1"/>
                          </a:solidFill>
                          <a:latin typeface="Avenir Next LT Pro" panose="020B0504020202020204" pitchFamily="34" charset="77"/>
                        </a:rPr>
                        <a:t>R^2</a:t>
                      </a:r>
                    </a:p>
                  </a:txBody>
                  <a:tcPr>
                    <a:solidFill>
                      <a:schemeClr val="tx1"/>
                    </a:solidFill>
                  </a:tcPr>
                </a:tc>
                <a:extLst>
                  <a:ext uri="{0D108BD9-81ED-4DB2-BD59-A6C34878D82A}">
                    <a16:rowId xmlns:a16="http://schemas.microsoft.com/office/drawing/2014/main" val="4258573299"/>
                  </a:ext>
                </a:extLst>
              </a:tr>
              <a:tr h="469897">
                <a:tc>
                  <a:txBody>
                    <a:bodyPr/>
                    <a:lstStyle/>
                    <a:p>
                      <a:pPr algn="ctr"/>
                      <a:r>
                        <a:rPr lang="en-US" sz="2400" dirty="0">
                          <a:latin typeface="Avenir Next LT Pro" panose="020B0504020202020204" pitchFamily="34" charset="77"/>
                        </a:rPr>
                        <a:t>LR</a:t>
                      </a:r>
                    </a:p>
                  </a:txBody>
                  <a:tcPr/>
                </a:tc>
                <a:tc>
                  <a:txBody>
                    <a:bodyPr/>
                    <a:lstStyle/>
                    <a:p>
                      <a:pPr algn="ctr"/>
                      <a:r>
                        <a:rPr lang="en-US" sz="2400" dirty="0">
                          <a:latin typeface="Avenir Next LT Pro" panose="020B0504020202020204" pitchFamily="34" charset="77"/>
                        </a:rPr>
                        <a:t>4.4012</a:t>
                      </a:r>
                    </a:p>
                  </a:txBody>
                  <a:tcPr/>
                </a:tc>
                <a:tc>
                  <a:txBody>
                    <a:bodyPr/>
                    <a:lstStyle/>
                    <a:p>
                      <a:pPr algn="ctr"/>
                      <a:r>
                        <a:rPr lang="en-US" sz="2400" dirty="0">
                          <a:latin typeface="Avenir Next LT Pro" panose="020B0504020202020204" pitchFamily="34" charset="77"/>
                        </a:rPr>
                        <a:t>0.1193</a:t>
                      </a:r>
                    </a:p>
                  </a:txBody>
                  <a:tcPr/>
                </a:tc>
                <a:extLst>
                  <a:ext uri="{0D108BD9-81ED-4DB2-BD59-A6C34878D82A}">
                    <a16:rowId xmlns:a16="http://schemas.microsoft.com/office/drawing/2014/main" val="1210493201"/>
                  </a:ext>
                </a:extLst>
              </a:tr>
              <a:tr h="469897">
                <a:tc>
                  <a:txBody>
                    <a:bodyPr/>
                    <a:lstStyle/>
                    <a:p>
                      <a:pPr algn="ctr"/>
                      <a:r>
                        <a:rPr lang="en-US" sz="2400" dirty="0">
                          <a:latin typeface="Avenir Next LT Pro" panose="020B0504020202020204" pitchFamily="34" charset="77"/>
                        </a:rPr>
                        <a:t>SNN</a:t>
                      </a:r>
                    </a:p>
                  </a:txBody>
                  <a:tcPr/>
                </a:tc>
                <a:tc>
                  <a:txBody>
                    <a:bodyPr/>
                    <a:lstStyle/>
                    <a:p>
                      <a:pPr algn="ctr"/>
                      <a:r>
                        <a:rPr lang="en-US" sz="2400" dirty="0">
                          <a:latin typeface="Avenir Next LT Pro" panose="020B0504020202020204" pitchFamily="34" charset="77"/>
                        </a:rPr>
                        <a:t>4.2618</a:t>
                      </a:r>
                    </a:p>
                  </a:txBody>
                  <a:tcPr/>
                </a:tc>
                <a:tc>
                  <a:txBody>
                    <a:bodyPr/>
                    <a:lstStyle/>
                    <a:p>
                      <a:pPr algn="ctr"/>
                      <a:r>
                        <a:rPr lang="en-US" sz="2400" dirty="0">
                          <a:latin typeface="Avenir Next LT Pro" panose="020B0504020202020204" pitchFamily="34" charset="77"/>
                        </a:rPr>
                        <a:t>0.1599</a:t>
                      </a:r>
                    </a:p>
                  </a:txBody>
                  <a:tcPr/>
                </a:tc>
                <a:extLst>
                  <a:ext uri="{0D108BD9-81ED-4DB2-BD59-A6C34878D82A}">
                    <a16:rowId xmlns:a16="http://schemas.microsoft.com/office/drawing/2014/main" val="2062799336"/>
                  </a:ext>
                </a:extLst>
              </a:tr>
              <a:tr h="469897">
                <a:tc>
                  <a:txBody>
                    <a:bodyPr/>
                    <a:lstStyle/>
                    <a:p>
                      <a:pPr algn="ctr"/>
                      <a:r>
                        <a:rPr lang="en-US" sz="2400" dirty="0">
                          <a:latin typeface="Avenir Next LT Pro" panose="020B0504020202020204" pitchFamily="34" charset="77"/>
                        </a:rPr>
                        <a:t>DNN</a:t>
                      </a:r>
                    </a:p>
                  </a:txBody>
                  <a:tcPr/>
                </a:tc>
                <a:tc>
                  <a:txBody>
                    <a:bodyPr/>
                    <a:lstStyle/>
                    <a:p>
                      <a:pPr algn="ctr"/>
                      <a:r>
                        <a:rPr lang="en-US" sz="2400" dirty="0">
                          <a:latin typeface="Avenir Next LT Pro" panose="020B0504020202020204" pitchFamily="34" charset="77"/>
                        </a:rPr>
                        <a:t>4.2255</a:t>
                      </a:r>
                    </a:p>
                  </a:txBody>
                  <a:tcPr/>
                </a:tc>
                <a:tc>
                  <a:txBody>
                    <a:bodyPr/>
                    <a:lstStyle/>
                    <a:p>
                      <a:pPr algn="ctr"/>
                      <a:r>
                        <a:rPr lang="en-US" sz="2400" dirty="0">
                          <a:latin typeface="Avenir Next LT Pro" panose="020B0504020202020204" pitchFamily="34" charset="77"/>
                        </a:rPr>
                        <a:t>0.1577</a:t>
                      </a:r>
                    </a:p>
                  </a:txBody>
                  <a:tcPr/>
                </a:tc>
                <a:extLst>
                  <a:ext uri="{0D108BD9-81ED-4DB2-BD59-A6C34878D82A}">
                    <a16:rowId xmlns:a16="http://schemas.microsoft.com/office/drawing/2014/main" val="231789188"/>
                  </a:ext>
                </a:extLst>
              </a:tr>
            </a:tbl>
          </a:graphicData>
        </a:graphic>
      </p:graphicFrame>
      <p:pic>
        <p:nvPicPr>
          <p:cNvPr id="26" name="Picture 25">
            <a:extLst>
              <a:ext uri="{FF2B5EF4-FFF2-40B4-BE49-F238E27FC236}">
                <a16:creationId xmlns:a16="http://schemas.microsoft.com/office/drawing/2014/main" id="{358D8BBC-7465-3F9F-FBE0-C9E1CF65483C}"/>
              </a:ext>
            </a:extLst>
          </p:cNvPr>
          <p:cNvPicPr>
            <a:picLocks noChangeAspect="1"/>
          </p:cNvPicPr>
          <p:nvPr/>
        </p:nvPicPr>
        <p:blipFill>
          <a:blip r:embed="rId4"/>
          <a:stretch>
            <a:fillRect/>
          </a:stretch>
        </p:blipFill>
        <p:spPr>
          <a:xfrm>
            <a:off x="11316926" y="17844123"/>
            <a:ext cx="10298835" cy="2997509"/>
          </a:xfrm>
          <a:prstGeom prst="rect">
            <a:avLst/>
          </a:prstGeom>
        </p:spPr>
      </p:pic>
      <p:pic>
        <p:nvPicPr>
          <p:cNvPr id="28" name="Picture 27">
            <a:extLst>
              <a:ext uri="{FF2B5EF4-FFF2-40B4-BE49-F238E27FC236}">
                <a16:creationId xmlns:a16="http://schemas.microsoft.com/office/drawing/2014/main" id="{26968904-17A1-0703-546E-4244D5B340A3}"/>
              </a:ext>
            </a:extLst>
          </p:cNvPr>
          <p:cNvPicPr>
            <a:picLocks noChangeAspect="1"/>
          </p:cNvPicPr>
          <p:nvPr/>
        </p:nvPicPr>
        <p:blipFill>
          <a:blip r:embed="rId5"/>
          <a:stretch>
            <a:fillRect/>
          </a:stretch>
        </p:blipFill>
        <p:spPr>
          <a:xfrm>
            <a:off x="22547604" y="14014348"/>
            <a:ext cx="5683215" cy="1879588"/>
          </a:xfrm>
          <a:prstGeom prst="rect">
            <a:avLst/>
          </a:prstGeom>
        </p:spPr>
      </p:pic>
    </p:spTree>
    <p:extLst>
      <p:ext uri="{BB962C8B-B14F-4D97-AF65-F5344CB8AC3E}">
        <p14:creationId xmlns:p14="http://schemas.microsoft.com/office/powerpoint/2010/main" val="329737652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1899</TotalTime>
  <Words>460</Words>
  <Application>Microsoft Macintosh PowerPoint</Application>
  <PresentationFormat>Custom</PresentationFormat>
  <Paragraphs>58</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Arial</vt:lpstr>
      <vt:lpstr>Avenir Next LT Pro</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Dr. Zack While</dc:creator>
  <cp:lastModifiedBy>Sundar Raj Sharma</cp:lastModifiedBy>
  <cp:revision>10</cp:revision>
  <dcterms:created xsi:type="dcterms:W3CDTF">2025-12-03T17:05:36Z</dcterms:created>
  <dcterms:modified xsi:type="dcterms:W3CDTF">2026-04-12T05:09:35Z</dcterms:modified>
</cp:coreProperties>
</file>